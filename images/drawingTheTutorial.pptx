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3D46E-3735-5A56-50D6-EE370DA34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0FE246-BFD4-FAE9-D9E7-0BC27E5E9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89823-EDB5-E7CA-34C3-A7E8A070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C0C6-A99E-BDE4-2299-38407E080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AC241-BD8E-D162-2468-1DDEC40D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16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086DF-472E-4506-A1AB-7EF33C80A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446FA3-2D79-00B1-DF87-C00922BC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CD8A84-11ED-8E3B-BBC0-12BFD480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E8D7A3-2019-47B2-87B3-F6DA5675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349942-827F-B32A-AED8-0707523BF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44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D1A1A-595E-4F6C-1498-AA9743785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0C76B0-05E7-DE23-7F4A-BBFFC09D1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6A7544-FB9D-39F0-02F8-3D0EE037E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DC7EAC-47A2-E962-C254-A6B1A0FD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90CA3-EE1B-ED4B-2E1B-25DD8296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7634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3E2FA-D077-5EB1-8199-7E3725BD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25CE92-3ACF-AC74-4644-23AE48904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D9F5A-A084-BC71-0EA6-8B8219781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0722B8-BBFD-175D-190D-156AA59E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5918E4-C3B8-01A7-7A9F-0A84C53E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1B42BE-B1D4-79E6-B8B8-B0D5B08F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13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68C57-A8CF-CA28-771B-538F9D5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43F51-8B3C-1DA5-29CA-84D18B788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CB4A3B-86F1-E24C-AAC6-966B18585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25BE562-1033-F87D-CD51-E951F672A4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DFC6A-5DDB-8053-A3A9-EECAA20F7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E4C4992-2BC2-9FC7-369B-2078CE99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085EB3-673E-981A-DE0F-8B17C47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21C3DB-AC37-D71E-22AD-8175BE85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07595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BFB5B-FF8F-0993-BD1F-2A99423B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040F85B-32FE-C081-A59C-8ADBDED17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CB8E1-7378-3969-73ED-0970836F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34BCB9-9C95-11D8-2A40-98614BE14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453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65D50D-1D19-45C0-F94F-0BFB4592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2EED61-16B7-AA83-B4D3-AEE7B91C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30DA-BB66-DD7C-8B0B-A5D440B4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0232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ABF9B-3282-C55F-87CA-FDB9D15C3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03B5E9-9050-3F3E-D8E1-A83B7CC83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F58218-7763-B4B0-1018-1A23715E9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9C3119-29B8-CB75-59DA-0F7D0F2E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4A79E6-1447-C619-92AD-5AB41D876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4133C2-BEB1-BF69-DB8B-24CE22B0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619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87147-FB22-B281-02BC-3CC5AF97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E73C790-875A-D638-D468-A9466B71E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816AEE-5D55-6A16-244F-2383115A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AD3289-B7D2-F3F6-450D-436D2FC71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F9B730-2F8E-F1D8-6C17-5CB7AB90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651308-DC10-F1B0-6A8F-43BF9D9C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519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F2461-BD45-68D8-BD94-995D45EA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DD10B2-070C-EEE9-4232-4EB5B4DE3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A2DE-EFA5-4F77-5300-2D794B47E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19635B-05C7-39EC-D392-6A11B285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084C63-BCF5-E828-57E7-35B05413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6393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9221B3-5491-D1C5-598E-60E90A1C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D2C839-A819-4991-07AD-87C0A80A9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070E2F-D61B-9812-7D59-9965FBBA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3B981D-B261-F077-4246-3EB5371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33834-A147-9E8D-8373-B01E609AC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019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6E8BF4-6FD9-5CD4-17C6-79B480FB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6E5FB-3D45-F2BA-6488-66B1EBE35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15EEC-81FD-4173-12EE-8101A977D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0224B-D26D-4BBF-93A6-090E4F9F4A69}" type="datetimeFigureOut">
              <a:rPr lang="fr-CA" smtClean="0"/>
              <a:t>2026-05-05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7E7CD5-46DF-00BF-707C-2757ADB0BD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7D7DF0-19E0-3D22-8948-BAF69068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24402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1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17" Type="http://schemas.openxmlformats.org/officeDocument/2006/relationships/image" Target="../media/image5.png"/><Relationship Id="rId2" Type="http://schemas.openxmlformats.org/officeDocument/2006/relationships/tags" Target="../tags/tag2.xml"/><Relationship Id="rId16" Type="http://schemas.openxmlformats.org/officeDocument/2006/relationships/image" Target="../media/image4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3.png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7" Type="http://schemas.openxmlformats.org/officeDocument/2006/relationships/image" Target="../media/image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1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image" Target="../media/image1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F624571-5B69-8D51-8F23-6C0CF6AD167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7426E59-D40B-926A-1115-4D5110CA22A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11754" y="1262999"/>
            <a:ext cx="1145098" cy="11875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6305C78-6DB1-69C2-95E9-85A81E0E297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484671" y="1385356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White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deals one damage and are the </a:t>
            </a:r>
            <a:r>
              <a:rPr lang="fr-CA" sz="3000" dirty="0" err="1">
                <a:latin typeface="Pixel Operator 8" panose="02000503000000000000" pitchFamily="2" charset="0"/>
              </a:rPr>
              <a:t>common</a:t>
            </a:r>
            <a:r>
              <a:rPr lang="fr-CA" sz="3000" dirty="0">
                <a:latin typeface="Pixel Operator 8" panose="02000503000000000000" pitchFamily="2" charset="0"/>
              </a:rPr>
              <a:t> type of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C584F0-A522-5180-B679-465ED3555F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56852" y="2659625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Blue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deals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4DD4E21-734C-42F9-F715-3CDFA3EA48D9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275663" y="2542141"/>
            <a:ext cx="1145097" cy="106027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0EB1E7E-BF37-4916-860E-BF518B29991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42930" y="3694450"/>
            <a:ext cx="1272917" cy="106076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D91EC2F-53B9-7DC8-69C1-085A15E31EDC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420760" y="3816020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Orange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deals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isn’t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B93E78-57C3-3AD0-3448-63BF086D988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160204" y="5163146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Green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heal</a:t>
            </a:r>
            <a:r>
              <a:rPr lang="fr-CA" sz="3000" dirty="0">
                <a:latin typeface="Pixel Operator 8" panose="02000503000000000000" pitchFamily="2" charset="0"/>
              </a:rPr>
              <a:t> one </a:t>
            </a:r>
            <a:r>
              <a:rPr lang="fr-CA" sz="3000" dirty="0" err="1">
                <a:latin typeface="Pixel Operator 8" panose="02000503000000000000" pitchFamily="2" charset="0"/>
              </a:rPr>
              <a:t>hp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touching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them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A1DFEB8-9C71-A3F8-16B3-915D98061EB9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31233" y="4992645"/>
            <a:ext cx="1209008" cy="102301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6EB931F-7F12-023B-3DB7-8713BAA658B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3DB0472-2E07-81DC-B198-3462B28D4697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3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56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697C-39AB-850F-C6FD-9D089FF2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82FCF81-9A70-DDCB-5331-2ED41F6913C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B00E312-2795-1EFB-0403-22FC113D51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1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88CA0-7038-7AEC-4B60-FF26A09FB4E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Stay close to the middle of the screen to have more time to </a:t>
            </a:r>
            <a:r>
              <a:rPr lang="fr-CA" sz="3000" dirty="0" err="1">
                <a:latin typeface="Pixel Operator 8" panose="02000503000000000000" pitchFamily="2" charset="0"/>
              </a:rPr>
              <a:t>see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attack</a:t>
            </a:r>
            <a:r>
              <a:rPr lang="fr-CA" sz="3000" dirty="0">
                <a:latin typeface="Pixel Operator 8" panose="02000503000000000000" pitchFamily="2" charset="0"/>
              </a:rPr>
              <a:t> arrive!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1D876-4365-7040-D074-7F6DEB2A29E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52F1AD9-3C1F-4843-667B-48DED910E14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11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1390D-18D8-204F-ED24-F440AB24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7A815CE-CC26-AF91-5CEC-41A58F416A7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995796A-F1C0-568E-61A9-7CE31CF4A7B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2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B3E79E-DDB5-AAAC-45A5-E9F9A1751AF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 err="1">
                <a:latin typeface="Pixel Operator 8" panose="02000503000000000000" pitchFamily="2" charset="0"/>
              </a:rPr>
              <a:t>Get</a:t>
            </a:r>
            <a:r>
              <a:rPr lang="fr-CA" sz="3000" dirty="0">
                <a:latin typeface="Pixel Operator 8" panose="02000503000000000000" pitchFamily="2" charset="0"/>
              </a:rPr>
              <a:t> the more green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can! You </a:t>
            </a:r>
            <a:r>
              <a:rPr lang="fr-CA" sz="3000" dirty="0" err="1">
                <a:latin typeface="Pixel Operator 8" panose="02000503000000000000" pitchFamily="2" charset="0"/>
              </a:rPr>
              <a:t>never</a:t>
            </a:r>
            <a:r>
              <a:rPr lang="fr-CA" sz="3000" dirty="0">
                <a:latin typeface="Pixel Operator 8" panose="02000503000000000000" pitchFamily="2" charset="0"/>
              </a:rPr>
              <a:t> know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will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need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it!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BB52C-CD5C-2255-639D-6E9991FFA23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09458E1-7BBE-9BD7-7341-6414599EF61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748B0-ADB4-08EC-6B40-7B08214B4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98B985A2-4370-CBCE-38C3-7818A0296D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43A95E0-48CE-4BF3-AC10-594E3BD5A69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3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D51A6F-A35E-E51C-F4DB-0BF61DE7B5D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 err="1">
                <a:latin typeface="Pixel Operator 8" panose="02000503000000000000" pitchFamily="2" charset="0"/>
              </a:rPr>
              <a:t>Get</a:t>
            </a:r>
            <a:r>
              <a:rPr lang="fr-CA" sz="3000" dirty="0">
                <a:latin typeface="Pixel Operator 8" panose="02000503000000000000" pitchFamily="2" charset="0"/>
              </a:rPr>
              <a:t> the more green </a:t>
            </a:r>
            <a:r>
              <a:rPr lang="fr-CA" sz="3000" dirty="0" err="1">
                <a:latin typeface="Pixel Operator 8" panose="02000503000000000000" pitchFamily="2" charset="0"/>
              </a:rPr>
              <a:t>bullet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can! You </a:t>
            </a:r>
            <a:r>
              <a:rPr lang="fr-CA" sz="3000" dirty="0" err="1">
                <a:latin typeface="Pixel Operator 8" panose="02000503000000000000" pitchFamily="2" charset="0"/>
              </a:rPr>
              <a:t>never</a:t>
            </a:r>
            <a:r>
              <a:rPr lang="fr-CA" sz="3000" dirty="0">
                <a:latin typeface="Pixel Operator 8" panose="02000503000000000000" pitchFamily="2" charset="0"/>
              </a:rPr>
              <a:t> know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will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need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it!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531E9-A385-4042-AF87-DFC9EBB715D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27645BB-108B-6A40-F77B-DFD770D987D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2019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104</Words>
  <Application>Microsoft Office PowerPoint</Application>
  <PresentationFormat>Grand écran</PresentationFormat>
  <Paragraphs>10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Pixel Operator 8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Provencher, Alexis</dc:creator>
  <cp:lastModifiedBy>Provencher, Alexis</cp:lastModifiedBy>
  <cp:revision>4</cp:revision>
  <dcterms:created xsi:type="dcterms:W3CDTF">2026-05-05T12:39:54Z</dcterms:created>
  <dcterms:modified xsi:type="dcterms:W3CDTF">2026-05-05T13:14:21Z</dcterms:modified>
</cp:coreProperties>
</file>