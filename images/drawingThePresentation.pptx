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5" r:id="rId3"/>
    <p:sldId id="266" r:id="rId4"/>
    <p:sldId id="263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8D600-DAED-41A3-BBAD-B3A821407038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F5C23-74FF-4D96-A9A6-9BDE17B3CC1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85286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01042-3A65-6AAB-C832-9E22AD85B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220F407-EFC1-AC8B-B8B9-9D4062A44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40B51C-83C9-A9D5-0AFB-573FC5125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77001C-EDF0-EB07-D178-9D48F2456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F5C23-74FF-4D96-A9A6-9BDE17B3CC18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0299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5E44B-A274-98F8-21C6-67FE3609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4DD34B0-714A-1D95-7B84-EC1B0763A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3F703F4-BDE8-42C0-877C-ACB072D95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B551B6-0FC0-41C8-8BDE-91A2E886B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F5C23-74FF-4D96-A9A6-9BDE17B3CC18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4536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3D46E-3735-5A56-50D6-EE370DA34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F0FE246-BFD4-FAE9-D9E7-0BC27E5E9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A89823-EDB5-E7CA-34C3-A7E8A070D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BBC0C6-A99E-BDE4-2299-38407E080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5AC241-BD8E-D162-2468-1DDEC40D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916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086DF-472E-4506-A1AB-7EF33C80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446FA3-2D79-00B1-DF87-C00922BC5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CD8A84-11ED-8E3B-BBC0-12BFD480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E8D7A3-2019-47B2-87B3-F6DA56752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349942-827F-B32A-AED8-0707523BF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96944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3D1A1A-595E-4F6C-1498-AA9743785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0C76B0-05E7-DE23-7F4A-BBFFC09D1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6A7544-FB9D-39F0-02F8-3D0EE037E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DC7EAC-47A2-E962-C254-A6B1A0FD2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090CA3-EE1B-ED4B-2E1B-25DD8296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0763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D3E2FA-D077-5EB1-8199-7E3725BDF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25CE92-3ACF-AC74-4644-23AE48904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49D9F5A-A084-BC71-0EA6-8B8219781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0722B8-BBFD-175D-190D-156AA59E4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5918E4-C3B8-01A7-7A9F-0A84C53E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1B42BE-B1D4-79E6-B8B8-B0D5B08F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1360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F68C57-A8CF-CA28-771B-538F9D58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643F51-8B3C-1DA5-29CA-84D18B788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BCB4A3B-86F1-E24C-AAC6-966B18585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25BE562-1033-F87D-CD51-E951F672A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6DFC6A-5DDB-8053-A3A9-EECAA20F7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4C4992-2BC2-9FC7-369B-2078CE99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4085EB3-673E-981A-DE0F-8B17C479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F21C3DB-AC37-D71E-22AD-8175BE85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0759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CBFB5B-FF8F-0993-BD1F-2A99423B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040F85B-32FE-C081-A59C-8ADBDED1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F1CB8E1-7378-3969-73ED-0970836F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334BCB9-9C95-11D8-2A40-98614BE14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44538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C65D50D-1D19-45C0-F94F-0BFB45920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A2EED61-16B7-AA83-B4D3-AEE7B91CA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3630DA-BB66-DD7C-8B0B-A5D440B4A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0232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CABF9B-3282-C55F-87CA-FDB9D15C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03B5E9-9050-3F3E-D8E1-A83B7CC83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CF58218-7763-B4B0-1018-1A23715E9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9C3119-29B8-CB75-59DA-0F7D0F2E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4A79E6-1447-C619-92AD-5AB41D876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4133C2-BEB1-BF69-DB8B-24CE22B0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26194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87147-FB22-B281-02BC-3CC5AF97F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E73C790-875A-D638-D468-A9466B71E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D816AEE-5D55-6A16-244F-2383115A7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AD3289-B7D2-F3F6-450D-436D2FC71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F9B730-2F8E-F1D8-6C17-5CB7AB90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B651308-DC10-F1B0-6A8F-43BF9D9C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5192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F2461-BD45-68D8-BD94-995D45EA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DD10B2-070C-EEE9-4232-4EB5B4DE3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F6A2DE-EFA5-4F77-5300-2D794B47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19635B-05C7-39EC-D392-6A11B2856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084C63-BCF5-E828-57E7-35B054132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1639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9221B3-5491-D1C5-598E-60E90A1C8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6D2C839-A819-4991-07AD-87C0A80A9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070E2F-D61B-9812-7D59-9965FBBA0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3B981D-B261-F077-4246-3EB53710A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833834-A147-9E8D-8373-B01E609A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1019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6E8BF4-6FD9-5CD4-17C6-79B480FB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C6E5FB-3D45-F2BA-6488-66B1EBE35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715EEC-81FD-4173-12EE-8101A977D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0224B-D26D-4BBF-93A6-090E4F9F4A69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7E7CD5-46DF-00BF-707C-2757ADB0B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7D7DF0-19E0-3D22-8948-BAF690681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2440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microsoft.com/office/2007/relationships/hdphoto" Target="../media/hdphoto1.wdp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1.png"/><Relationship Id="rId3" Type="http://schemas.openxmlformats.org/officeDocument/2006/relationships/tags" Target="../tags/tag5.xml"/><Relationship Id="rId7" Type="http://schemas.openxmlformats.org/officeDocument/2006/relationships/image" Target="../media/image2.png"/><Relationship Id="rId12" Type="http://schemas.openxmlformats.org/officeDocument/2006/relationships/image" Target="../media/image10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.png"/><Relationship Id="rId11" Type="http://schemas.openxmlformats.org/officeDocument/2006/relationships/image" Target="../media/image9.png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11.xml"/><Relationship Id="rId7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F624571-5B69-8D51-8F23-6C0CF6AD167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4895" t="76969" r="8598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6EB931F-7F12-023B-3DB7-8713BAA658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45806" y="403123"/>
            <a:ext cx="11759381" cy="61943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FEF68F1-1380-1CD3-D898-287099ADDA8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87" t="17358" r="73201" b="14299"/>
          <a:stretch>
            <a:fillRect/>
          </a:stretch>
        </p:blipFill>
        <p:spPr>
          <a:xfrm rot="10800000">
            <a:off x="11433373" y="6098266"/>
            <a:ext cx="758627" cy="75973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8BE8634-B3F7-69FB-2513-CC74FB337A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6083" y="120059"/>
            <a:ext cx="8639833" cy="86096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3537F946-4980-FDD9-FAC9-F93C2AE62E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8511" y="1151375"/>
            <a:ext cx="2979242" cy="167582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0D4E0D8E-588B-3B4E-2CE0-E2B721AD78D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7372" t="7955" r="17372" b="7096"/>
          <a:stretch>
            <a:fillRect/>
          </a:stretch>
        </p:blipFill>
        <p:spPr>
          <a:xfrm>
            <a:off x="5680580" y="3249109"/>
            <a:ext cx="3995105" cy="2926425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781A8DCA-EAC7-87F6-D249-6C19E7B499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364" y="1101081"/>
            <a:ext cx="4863403" cy="3770365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D6327836-3509-CDE7-197B-16E32E9C17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2498" y="3840709"/>
            <a:ext cx="1669035" cy="214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56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059A4-DA9A-6158-F6D7-CA05C0240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19CE3EB3-EBB2-AA75-BFF3-9E872276646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 l="4895" t="76969" r="8598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1A7F9D4-2AC8-53C5-2794-40E2B353EC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45806" y="403123"/>
            <a:ext cx="11759381" cy="61943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9FAEF05-9DEE-7326-4239-B9E5198FE0A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87" t="17358" r="73201" b="14299"/>
          <a:stretch>
            <a:fillRect/>
          </a:stretch>
        </p:blipFill>
        <p:spPr>
          <a:xfrm rot="10800000">
            <a:off x="11433373" y="6098266"/>
            <a:ext cx="758627" cy="75973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7B12E81-FFFF-8DF4-3402-28FF2A34D6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6083" y="120059"/>
            <a:ext cx="8639833" cy="86096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36847BAC-FA89-6ECB-3429-40B71540BE8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87" t="17358" r="73201" b="14299"/>
          <a:stretch>
            <a:fillRect/>
          </a:stretch>
        </p:blipFill>
        <p:spPr>
          <a:xfrm>
            <a:off x="0" y="6098266"/>
            <a:ext cx="758627" cy="75973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648ED29-632E-1B99-FE35-2F08BDFFE5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258" y="1929609"/>
            <a:ext cx="10894476" cy="94279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8229DEA-3D2D-4ADA-CFE6-B30BDEAE9B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258" y="2934653"/>
            <a:ext cx="1323577" cy="334825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8443343-9B91-1894-E3FC-267C9DFAE36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57456"/>
          <a:stretch>
            <a:fillRect/>
          </a:stretch>
        </p:blipFill>
        <p:spPr>
          <a:xfrm>
            <a:off x="1990367" y="2934653"/>
            <a:ext cx="6122235" cy="334825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9B9C759-C1BD-75E8-6615-E5BBF95FFAF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41579"/>
          <a:stretch>
            <a:fillRect/>
          </a:stretch>
        </p:blipFill>
        <p:spPr>
          <a:xfrm>
            <a:off x="6983111" y="2901986"/>
            <a:ext cx="4511222" cy="338793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4D62A51-AE84-28E6-897E-C1EDC743760B}"/>
              </a:ext>
            </a:extLst>
          </p:cNvPr>
          <p:cNvSpPr/>
          <p:nvPr/>
        </p:nvSpPr>
        <p:spPr>
          <a:xfrm>
            <a:off x="2795985" y="3874238"/>
            <a:ext cx="1003855" cy="206248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0A2E73-1091-ECDF-AB20-0D69AA6DFE96}"/>
              </a:ext>
            </a:extLst>
          </p:cNvPr>
          <p:cNvSpPr/>
          <p:nvPr/>
        </p:nvSpPr>
        <p:spPr>
          <a:xfrm>
            <a:off x="7701581" y="3370302"/>
            <a:ext cx="1723130" cy="1637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29828A-1695-9EAE-1245-F9E5D5D27BB8}"/>
              </a:ext>
            </a:extLst>
          </p:cNvPr>
          <p:cNvSpPr/>
          <p:nvPr/>
        </p:nvSpPr>
        <p:spPr>
          <a:xfrm>
            <a:off x="7730523" y="3735607"/>
            <a:ext cx="1723130" cy="1637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216C9B9C-684F-11A1-A2D2-B5CA0127ED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13769" y="4398887"/>
            <a:ext cx="3607446" cy="853833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5B270111-F29C-8403-900D-3755569109CA}"/>
              </a:ext>
            </a:extLst>
          </p:cNvPr>
          <p:cNvCxnSpPr/>
          <p:nvPr/>
        </p:nvCxnSpPr>
        <p:spPr>
          <a:xfrm>
            <a:off x="3799840" y="4003040"/>
            <a:ext cx="904240" cy="39584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0F3C4BF0-45F7-D0CD-DE44-4FADD2A61112}"/>
              </a:ext>
            </a:extLst>
          </p:cNvPr>
          <p:cNvCxnSpPr>
            <a:stCxn id="16" idx="1"/>
          </p:cNvCxnSpPr>
          <p:nvPr/>
        </p:nvCxnSpPr>
        <p:spPr>
          <a:xfrm flipH="1">
            <a:off x="6451600" y="3817479"/>
            <a:ext cx="1278923" cy="58140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5893BF0-0020-B479-3D5B-C4D0F944DD1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55646" y="703384"/>
            <a:ext cx="10880706" cy="942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000" dirty="0">
                <a:latin typeface="Pixel Operator 8" panose="02000503000000000000" pitchFamily="2" charset="0"/>
              </a:rPr>
              <a:t>Difficultés rencontrées par Alexis :</a:t>
            </a:r>
          </a:p>
        </p:txBody>
      </p:sp>
    </p:spTree>
    <p:extLst>
      <p:ext uri="{BB962C8B-B14F-4D97-AF65-F5344CB8AC3E}">
        <p14:creationId xmlns:p14="http://schemas.microsoft.com/office/powerpoint/2010/main" val="4043715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22B24-9DA2-326D-FC7C-73754831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530919BA-D069-32FD-A4C4-8449C29B50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 l="4895" t="76969" r="8598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61A6EF9-710A-1CF5-AFD4-2CF7F4F588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45806" y="403123"/>
            <a:ext cx="11759381" cy="61943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19FBE27-6AAC-3ACD-67F5-B4C0FB5D625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87" t="17358" r="73201" b="14299"/>
          <a:stretch>
            <a:fillRect/>
          </a:stretch>
        </p:blipFill>
        <p:spPr>
          <a:xfrm rot="10800000">
            <a:off x="11433373" y="6098266"/>
            <a:ext cx="758627" cy="75973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ACFE0E4-327D-BD27-2430-47794A9F65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6083" y="120059"/>
            <a:ext cx="8639833" cy="86096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14475DE-BE3E-6818-6144-AB3FFE38BBD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87" t="17358" r="73201" b="14299"/>
          <a:stretch>
            <a:fillRect/>
          </a:stretch>
        </p:blipFill>
        <p:spPr>
          <a:xfrm>
            <a:off x="0" y="6098266"/>
            <a:ext cx="758627" cy="7597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F1A0-94B6-8206-6859-AB1AA117C7C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55646" y="703384"/>
            <a:ext cx="10880706" cy="942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000" dirty="0">
                <a:latin typeface="Pixel Operator 8" panose="02000503000000000000" pitchFamily="2" charset="0"/>
              </a:rPr>
              <a:t>Difficultés rencontrées par Alexis :</a:t>
            </a:r>
          </a:p>
        </p:txBody>
      </p:sp>
    </p:spTree>
    <p:extLst>
      <p:ext uri="{BB962C8B-B14F-4D97-AF65-F5344CB8AC3E}">
        <p14:creationId xmlns:p14="http://schemas.microsoft.com/office/powerpoint/2010/main" val="129906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96FC-0B46-0EDB-5AEC-AA3D5581E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A5FBD2F9-C621-09DC-EFDD-0496965C5F2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l="4895" t="76969" r="8598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BC01DBA-B6CC-8FF8-457B-86E0EB52E85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45806" y="403123"/>
            <a:ext cx="11759381" cy="61943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617497B-C0AA-5E50-35E0-B4FFA39CDB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6083" y="120059"/>
            <a:ext cx="8639833" cy="86096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02D078E-DA87-D5DC-C22F-5DC46374FF1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87" t="17358" r="73201" b="14299"/>
          <a:stretch>
            <a:fillRect/>
          </a:stretch>
        </p:blipFill>
        <p:spPr>
          <a:xfrm>
            <a:off x="0" y="6098266"/>
            <a:ext cx="758627" cy="7597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70D01E-791E-5D48-EBA3-103791B7F16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50725" y="700864"/>
            <a:ext cx="11290548" cy="942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000" dirty="0">
                <a:latin typeface="Pixel Operator 8" panose="02000503000000000000" pitchFamily="2" charset="0"/>
              </a:rPr>
              <a:t>Difficultés rencontrées par Nicolas :</a:t>
            </a:r>
          </a:p>
        </p:txBody>
      </p:sp>
    </p:spTree>
    <p:extLst>
      <p:ext uri="{BB962C8B-B14F-4D97-AF65-F5344CB8AC3E}">
        <p14:creationId xmlns:p14="http://schemas.microsoft.com/office/powerpoint/2010/main" val="17925516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17</Words>
  <Application>Microsoft Office PowerPoint</Application>
  <PresentationFormat>Grand écran</PresentationFormat>
  <Paragraphs>5</Paragraphs>
  <Slides>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Pixel Operator 8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Provencher, Alexis</dc:creator>
  <cp:lastModifiedBy>Provencher, Alexis</cp:lastModifiedBy>
  <cp:revision>20</cp:revision>
  <dcterms:created xsi:type="dcterms:W3CDTF">2026-05-05T12:39:54Z</dcterms:created>
  <dcterms:modified xsi:type="dcterms:W3CDTF">2026-05-07T13:06:12Z</dcterms:modified>
</cp:coreProperties>
</file>