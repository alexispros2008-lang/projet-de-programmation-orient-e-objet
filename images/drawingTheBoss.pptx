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9A80B8-747C-4D4A-9962-3C1C7A2EAF93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57C3A-5460-4CAA-A825-F7C9377E6D7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22796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57C3A-5460-4CAA-A825-F7C9377E6D71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3056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231FD-420E-E40D-7BC2-5DD0C251C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5EEF7D1-9081-AD81-519E-6821045DD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0D17F98-154F-8DA8-6A67-197137A78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73E4DC-913B-B37B-CAFD-457CABEC8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57C3A-5460-4CAA-A825-F7C9377E6D71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89005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16918-2BC4-6D6B-EFEE-4323F53B4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19B68C-906C-B0BA-1EE4-BDFF64D0F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B826D0C-85DE-E3A9-7937-EEF48051A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4A571F-A596-4818-DA88-14A67FA98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57C3A-5460-4CAA-A825-F7C9377E6D71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38406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47123-8676-1ACF-A926-025441F78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2DF18F7-73E1-84F6-2CC9-37D723993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DD7340F-9D5C-534A-C50C-64B13474E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612989-6107-CA2D-7810-5AC78DE4F8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57C3A-5460-4CAA-A825-F7C9377E6D71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22176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E8534-F70A-2A07-395C-AD18DD8A4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BAFFC59-1F8A-9495-1F75-7B95403E2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9CA4461-7574-ECA0-5B58-41E0EF49B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E6EBCE-1E0B-F196-990B-335AE7A2E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57C3A-5460-4CAA-A825-F7C9377E6D71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23820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422A5-9369-CBB2-9130-9EA85AB1F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8D30B0D-C8BB-0872-7F09-A94B894DA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1D0A1DD-19BF-0F00-E8F1-5B9D0916F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20219C-CE71-30D1-D89A-31D6D9168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57C3A-5460-4CAA-A825-F7C9377E6D71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73009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5757E-3065-C78F-C54D-BF3FB9806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16DB6FB-0145-7B94-C94C-BD4950B97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AE76699-1A9C-5B62-5B64-6E64BF584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961309-3DE3-6493-4F87-B5C74D5A6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57C3A-5460-4CAA-A825-F7C9377E6D71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57609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C87DA-1056-32F4-C2BC-4EBA1E842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D38EDF0-818A-878A-6CD5-C6E46AB11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09CFA17-B3EE-3BA2-C5A2-C199D7397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DF45EF-E096-D811-D46C-CC2863CE2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57C3A-5460-4CAA-A825-F7C9377E6D71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94755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3CD6A-B412-AA6F-6AEC-856B647F4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1B5C246-3F2D-1864-6A05-D440056D1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9ED305F-430A-9D3B-7311-29D762AE9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9C0BA7A-0AF8-FADA-96A4-0049923F9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57C3A-5460-4CAA-A825-F7C9377E6D71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1826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C1CAE6-ECBD-C48A-723D-647D0F1F7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E1D81DA-2029-C44B-A1E6-A85081EC6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8DB8AD-E55B-8B99-05C7-FAB2A570D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6838-576E-4265-A0C6-9547BBB9712E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767103-2F95-9C53-0C14-0FB18574B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887003-EF07-43E4-FB03-DF9DB2BA1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92D1-4A26-41B2-9515-26899964A63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49724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341D67-64FA-920B-E847-A7AFCA70E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75E791-B5B4-6F59-B91D-9D0FFAB74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A1DEDF-6C23-B349-AEAA-E91A3EB2F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6838-576E-4265-A0C6-9547BBB9712E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1F7888-650D-E675-71BA-DF8938230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D06051-DE75-F289-0727-33FA837A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92D1-4A26-41B2-9515-26899964A63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26690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A1BF96-3315-B769-91FB-01CFF3D95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C9CE9A-B9C5-3E41-7192-4A0BCF676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DBAB70-963E-9BE0-18B9-07CB69D2B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6838-576E-4265-A0C6-9547BBB9712E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DE0830-5F40-F84F-EB66-FEE0E111D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7AD156-8C71-EDB0-5978-8438FB0E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92D1-4A26-41B2-9515-26899964A63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09864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60F90F-56C5-796C-69EC-069E3F0B7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B7D6C2-533C-5663-F60B-0843E26B83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B523C30-1EDA-1F09-2648-9C05F180C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00E0F8-381F-7117-A868-8BF4CC087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6838-576E-4265-A0C6-9547BBB9712E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B3E45E8-B1D0-E097-05AF-210CF42EC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6D824C8-F0B1-E3DE-F892-B5809C3F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92D1-4A26-41B2-9515-26899964A63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2183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15B444-53FC-B591-A008-131A7A73F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A6AEB8-6ABA-5552-EA78-9A8F1B34B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6474E83-8D81-BF72-ADE2-917EDEA14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C058CCF-7DF7-9D19-8A2E-A63F0A400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DC9C9E6-9FB3-0693-40F0-419D432FFD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C2E8928-D57F-273F-891C-F081427B5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6838-576E-4265-A0C6-9547BBB9712E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BC10C39-B7B9-28F7-3430-2CEF053EA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4C714B1-2866-0DA6-53D0-15F6B9D05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92D1-4A26-41B2-9515-26899964A63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72105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BE54F1-9B9A-544B-1A00-5C6D1A1A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E343D2-A3C7-E098-3A18-80DD79593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6838-576E-4265-A0C6-9547BBB9712E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39FB30E-BEF1-09C0-E37D-27C786169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B8F2A12-9B86-745F-3590-9BF20B8C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92D1-4A26-41B2-9515-26899964A63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48723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A778AF2-8274-7940-5228-E674E544B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6838-576E-4265-A0C6-9547BBB9712E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49CC22-921D-D3E8-E3EC-3DB457031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89AE6E-0FCD-953E-0035-DF07529B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92D1-4A26-41B2-9515-26899964A63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09806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6BBB2E-0B85-062D-00F5-BFB7450F3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60A94E-1818-9958-B188-A41B62886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834CD62-F9B7-D0DF-7F0B-878A2B9B1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671FDE-480B-E3CB-B31F-35C0A745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6838-576E-4265-A0C6-9547BBB9712E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3702E04-EF6D-918D-57F8-A8347894D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79F6E4-565A-47BB-B1A9-FBEA1D91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92D1-4A26-41B2-9515-26899964A63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53890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F3C970-BA45-7961-5714-357CBD425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C82854E-3241-623F-A1BE-AEA4E35C17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DD83897-A57B-AC7C-7FA1-AE99EE971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3E3C0E4-160E-648F-6CD0-64E975529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6838-576E-4265-A0C6-9547BBB9712E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DD68169-3635-06D3-7B80-999D602A5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28159C8-995C-B0A6-3EE0-D2834836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92D1-4A26-41B2-9515-26899964A63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144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4A8EC1-CE71-C010-7907-A50923F73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A08F387-E837-BD1D-B889-B2DF40DC3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F0D964-5656-98DC-0BAE-48C849CF4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6838-576E-4265-A0C6-9547BBB9712E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FD8067-D484-7A38-2189-004C2867E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91FF42-C0E2-7D60-A5B8-145D864E7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92D1-4A26-41B2-9515-26899964A63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24963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4D798E5-1AFB-8680-3B5D-8E77DA58A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4B53CA4-BD1C-FC7A-9744-174982E25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99A8D4-1CBE-9AAB-DF25-EC45C719B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6838-576E-4265-A0C6-9547BBB9712E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BE2DF5-D8F7-A6EC-8763-5D87F0804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EA58CA-20F9-16B7-84A8-881C04B0E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92D1-4A26-41B2-9515-26899964A63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06207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2C68139-E6AD-511D-C3BB-F1180B1EC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1D475E-30B4-F133-CABC-E000ED213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813FE9-AE59-4F74-30A1-37E952CCE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5D6838-576E-4265-A0C6-9547BBB9712E}" type="datetimeFigureOut">
              <a:rPr lang="fr-CA" smtClean="0"/>
              <a:t>2026-05-07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53E2F5-2F6A-E86E-D37A-54281FD6AF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99A42B-BA87-B8E9-50C6-17B49300D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DA92D1-4A26-41B2-9515-26899964A63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7010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6BE064B6-C0E5-EC2B-D84D-C1F8910B4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73168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1158927-D824-0D08-8384-CBF197C446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17" t="26828" r="57258" b="50000"/>
          <a:stretch>
            <a:fillRect/>
          </a:stretch>
        </p:blipFill>
        <p:spPr>
          <a:xfrm>
            <a:off x="1143762" y="1230589"/>
            <a:ext cx="3916082" cy="178041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5E73443-77D0-E381-91AE-019403BA90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917" t="33821" r="65078" b="62575"/>
          <a:stretch>
            <a:fillRect/>
          </a:stretch>
        </p:blipFill>
        <p:spPr>
          <a:xfrm>
            <a:off x="1346070" y="1325916"/>
            <a:ext cx="3035185" cy="131219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EE3950FF-3FCD-EF62-BC31-4197C5718F71}"/>
              </a:ext>
            </a:extLst>
          </p:cNvPr>
          <p:cNvSpPr txBox="1"/>
          <p:nvPr/>
        </p:nvSpPr>
        <p:spPr>
          <a:xfrm>
            <a:off x="1346070" y="1401965"/>
            <a:ext cx="30351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Pixel Operator 8" panose="02000503000000000000" pitchFamily="2" charset="0"/>
              </a:rPr>
              <a:t>I’m snow excited for winter!</a:t>
            </a:r>
            <a:endParaRPr lang="fr-CA" sz="2000" dirty="0">
              <a:latin typeface="Pixel Operator 8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871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4C4C4-8699-718F-6F3D-BD30A3123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3AECA718-EA2D-865A-9DFA-B23F20900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7914" cy="474562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3AF167B-CC45-49AB-3584-BE37B59E68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17" t="26828" r="57258" b="50000"/>
          <a:stretch>
            <a:fillRect/>
          </a:stretch>
        </p:blipFill>
        <p:spPr>
          <a:xfrm>
            <a:off x="1143761" y="1230590"/>
            <a:ext cx="3927617" cy="178565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FB4593C-169B-57CB-E07A-BF44818B14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917" t="33821" r="65078" b="62575"/>
          <a:stretch>
            <a:fillRect/>
          </a:stretch>
        </p:blipFill>
        <p:spPr>
          <a:xfrm>
            <a:off x="1346071" y="1325916"/>
            <a:ext cx="3044126" cy="1316056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E386377D-4293-DF1D-CDB5-1DAC80717E4B}"/>
              </a:ext>
            </a:extLst>
          </p:cNvPr>
          <p:cNvSpPr txBox="1"/>
          <p:nvPr/>
        </p:nvSpPr>
        <p:spPr>
          <a:xfrm>
            <a:off x="1346071" y="1401965"/>
            <a:ext cx="32020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Pixel Operator 8" panose="02000503000000000000" pitchFamily="2" charset="0"/>
              </a:rPr>
              <a:t>Snow doubt about it, I’m chillin’.</a:t>
            </a:r>
            <a:endParaRPr lang="fr-CA" sz="2000" dirty="0">
              <a:latin typeface="Pixel Operator 8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709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59EA0-23F0-083D-D732-C31D54026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84639021-49FF-284A-D07B-86C823BC61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092" cy="473404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A23FB7C-25C3-D0BD-BC7D-A3CF6B51C8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17" t="26828" r="57258" b="50000"/>
          <a:stretch>
            <a:fillRect/>
          </a:stretch>
        </p:blipFill>
        <p:spPr>
          <a:xfrm>
            <a:off x="1143762" y="1230589"/>
            <a:ext cx="3918038" cy="178130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03C2A9D-DFB5-3869-5E0E-3A091C33E7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917" t="33821" r="65078" b="62575"/>
          <a:stretch>
            <a:fillRect/>
          </a:stretch>
        </p:blipFill>
        <p:spPr>
          <a:xfrm>
            <a:off x="1346070" y="1325916"/>
            <a:ext cx="3036701" cy="1312846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D5BC7A5B-0CA8-D9A9-4BB6-A27D1840E4A9}"/>
              </a:ext>
            </a:extLst>
          </p:cNvPr>
          <p:cNvSpPr txBox="1"/>
          <p:nvPr/>
        </p:nvSpPr>
        <p:spPr>
          <a:xfrm>
            <a:off x="1346071" y="1401965"/>
            <a:ext cx="34705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 dirty="0">
                <a:latin typeface="Pixel Operator 8" panose="02000503000000000000" pitchFamily="2" charset="0"/>
              </a:rPr>
              <a:t>Snow way, that’s hilarious!</a:t>
            </a:r>
          </a:p>
        </p:txBody>
      </p:sp>
    </p:spTree>
    <p:extLst>
      <p:ext uri="{BB962C8B-B14F-4D97-AF65-F5344CB8AC3E}">
        <p14:creationId xmlns:p14="http://schemas.microsoft.com/office/powerpoint/2010/main" val="2190071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D4057-CBF4-3220-BCE9-6B9D05076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63A9A5C8-CAED-6B71-AAF9-0179ED8AFC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092" cy="473404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C6981A5-8649-7419-1BE9-4760CDF72F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17" t="26828" r="57258" b="50000"/>
          <a:stretch>
            <a:fillRect/>
          </a:stretch>
        </p:blipFill>
        <p:spPr>
          <a:xfrm>
            <a:off x="1143762" y="1230589"/>
            <a:ext cx="3918038" cy="178130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B3CDC28-9692-EC8D-1520-EF61D59957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917" t="33821" r="65078" b="62575"/>
          <a:stretch>
            <a:fillRect/>
          </a:stretch>
        </p:blipFill>
        <p:spPr>
          <a:xfrm>
            <a:off x="1346070" y="1325916"/>
            <a:ext cx="3036701" cy="1312846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0464A4F-8AC3-8CBA-B261-FA338EBC8AFB}"/>
              </a:ext>
            </a:extLst>
          </p:cNvPr>
          <p:cNvSpPr txBox="1"/>
          <p:nvPr/>
        </p:nvSpPr>
        <p:spPr>
          <a:xfrm>
            <a:off x="1346071" y="1401965"/>
            <a:ext cx="3239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Pixel Operator 8" panose="02000503000000000000" pitchFamily="2" charset="0"/>
              </a:rPr>
              <a:t>Snow excited to see you!</a:t>
            </a:r>
            <a:endParaRPr lang="fr-CA" sz="2000" dirty="0">
              <a:latin typeface="Pixel Operator 8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037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96FE2-61E7-05C1-4D7A-C488E67F1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C3C72CC5-C007-DC98-2342-347774BE1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092" cy="473404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2F65D9D-100B-1254-C8E0-B914A56158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17" t="26828" r="57258" b="50000"/>
          <a:stretch>
            <a:fillRect/>
          </a:stretch>
        </p:blipFill>
        <p:spPr>
          <a:xfrm>
            <a:off x="1143762" y="1230589"/>
            <a:ext cx="3918038" cy="178130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10FBE7F-BA75-56C2-1AE5-B0EF332481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917" t="33821" r="65078" b="62575"/>
          <a:stretch>
            <a:fillRect/>
          </a:stretch>
        </p:blipFill>
        <p:spPr>
          <a:xfrm>
            <a:off x="1346070" y="1325916"/>
            <a:ext cx="3036701" cy="1312846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7E73E15-CEAA-ABDE-F0E6-2CFEDF6F4124}"/>
              </a:ext>
            </a:extLst>
          </p:cNvPr>
          <p:cNvSpPr txBox="1"/>
          <p:nvPr/>
        </p:nvSpPr>
        <p:spPr>
          <a:xfrm>
            <a:off x="1346070" y="1401965"/>
            <a:ext cx="346720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 dirty="0">
                <a:latin typeface="Pixel Operator 8" panose="02000503000000000000" pitchFamily="2" charset="0"/>
              </a:rPr>
              <a:t>Snowbody compares to you.</a:t>
            </a:r>
          </a:p>
        </p:txBody>
      </p:sp>
    </p:spTree>
    <p:extLst>
      <p:ext uri="{BB962C8B-B14F-4D97-AF65-F5344CB8AC3E}">
        <p14:creationId xmlns:p14="http://schemas.microsoft.com/office/powerpoint/2010/main" val="74738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CAC1E-949B-2C56-208B-99251DD1B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EC2E4363-8366-8D91-624A-7DCA33B93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092" cy="473404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97B9A99-94F7-DC39-5A37-4BDEE0C051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17" t="26828" r="57258" b="50000"/>
          <a:stretch>
            <a:fillRect/>
          </a:stretch>
        </p:blipFill>
        <p:spPr>
          <a:xfrm>
            <a:off x="1143762" y="1230589"/>
            <a:ext cx="3918038" cy="178130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8281F89-E21B-58DE-A00B-15F2ACC216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917" t="33821" r="65078" b="62575"/>
          <a:stretch>
            <a:fillRect/>
          </a:stretch>
        </p:blipFill>
        <p:spPr>
          <a:xfrm>
            <a:off x="1346070" y="1325916"/>
            <a:ext cx="3036701" cy="1312846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124EC710-DFF3-EEFA-9FD7-D7208123CD67}"/>
              </a:ext>
            </a:extLst>
          </p:cNvPr>
          <p:cNvSpPr txBox="1"/>
          <p:nvPr/>
        </p:nvSpPr>
        <p:spPr>
          <a:xfrm>
            <a:off x="1346070" y="1401965"/>
            <a:ext cx="31986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 dirty="0">
                <a:latin typeface="Pixel Operator 8" panose="02000503000000000000" pitchFamily="2" charset="0"/>
              </a:rPr>
              <a:t>Chill vibes only.</a:t>
            </a:r>
          </a:p>
        </p:txBody>
      </p:sp>
    </p:spTree>
    <p:extLst>
      <p:ext uri="{BB962C8B-B14F-4D97-AF65-F5344CB8AC3E}">
        <p14:creationId xmlns:p14="http://schemas.microsoft.com/office/powerpoint/2010/main" val="3893357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512E9-026B-9D8E-44C2-D1EB74B1F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ABCA0C63-0926-DCBF-6FB0-208843E64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092" cy="473404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57A06ED-52AE-53BA-354C-F085730C9E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17" t="26828" r="57258" b="50000"/>
          <a:stretch>
            <a:fillRect/>
          </a:stretch>
        </p:blipFill>
        <p:spPr>
          <a:xfrm>
            <a:off x="1143762" y="1230589"/>
            <a:ext cx="3918038" cy="178130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827870A-8EA5-C095-B159-4B3240CDA6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917" t="33821" r="65078" b="62575"/>
          <a:stretch>
            <a:fillRect/>
          </a:stretch>
        </p:blipFill>
        <p:spPr>
          <a:xfrm>
            <a:off x="1346070" y="1325916"/>
            <a:ext cx="3036701" cy="1312846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9FC01A86-44D7-1457-DE32-C58D3313FBDA}"/>
              </a:ext>
            </a:extLst>
          </p:cNvPr>
          <p:cNvSpPr txBox="1"/>
          <p:nvPr/>
        </p:nvSpPr>
        <p:spPr>
          <a:xfrm>
            <a:off x="1346071" y="1401965"/>
            <a:ext cx="27963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Pixel Operator 8" panose="02000503000000000000" pitchFamily="2" charset="0"/>
              </a:rPr>
              <a:t>Cold enough to pun yet?</a:t>
            </a:r>
            <a:endParaRPr lang="fr-CA" sz="2000" dirty="0">
              <a:latin typeface="Pixel Operator 8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009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AA0FD-27FE-F739-9725-E7EF5F1B9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9C79BCFE-49E0-2376-EA3B-4A8D93F067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092" cy="473404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7FCE415-5AFB-E447-A645-6BE2F2BF41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17" t="26828" r="57258" b="50000"/>
          <a:stretch>
            <a:fillRect/>
          </a:stretch>
        </p:blipFill>
        <p:spPr>
          <a:xfrm>
            <a:off x="1143762" y="1230589"/>
            <a:ext cx="3918038" cy="178130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003412D-8D94-42E6-8BF3-69228EB437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917" t="33821" r="65078" b="62575"/>
          <a:stretch>
            <a:fillRect/>
          </a:stretch>
        </p:blipFill>
        <p:spPr>
          <a:xfrm>
            <a:off x="1346070" y="1325916"/>
            <a:ext cx="3036701" cy="1312846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7E8CDC74-839B-C6C8-87AE-12033479C15D}"/>
              </a:ext>
            </a:extLst>
          </p:cNvPr>
          <p:cNvSpPr txBox="1"/>
          <p:nvPr/>
        </p:nvSpPr>
        <p:spPr>
          <a:xfrm>
            <a:off x="1346071" y="1401965"/>
            <a:ext cx="27903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 dirty="0">
                <a:latin typeface="Pixel Operator 8" panose="02000503000000000000" pitchFamily="2" charset="0"/>
              </a:rPr>
              <a:t>Snow kidding around.</a:t>
            </a:r>
          </a:p>
        </p:txBody>
      </p:sp>
    </p:spTree>
    <p:extLst>
      <p:ext uri="{BB962C8B-B14F-4D97-AF65-F5344CB8AC3E}">
        <p14:creationId xmlns:p14="http://schemas.microsoft.com/office/powerpoint/2010/main" val="1132157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D78DF-CFC3-50CE-DE7C-3192EAFCF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97D61CAA-D367-8956-DF34-AEFF9DFA5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73168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6D54EAD-78C0-3C53-79F2-4DBE15E8B7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17" t="26828" r="57258" b="50000"/>
          <a:stretch>
            <a:fillRect/>
          </a:stretch>
        </p:blipFill>
        <p:spPr>
          <a:xfrm>
            <a:off x="1143762" y="1230589"/>
            <a:ext cx="3916082" cy="178041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8207033-C96C-4A8B-13B3-B1EE4ABFD3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917" t="33821" r="65078" b="62575"/>
          <a:stretch>
            <a:fillRect/>
          </a:stretch>
        </p:blipFill>
        <p:spPr>
          <a:xfrm>
            <a:off x="1346070" y="1325916"/>
            <a:ext cx="3035185" cy="131219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51CF8D33-EFA9-0EA2-096B-885D2E093D36}"/>
              </a:ext>
            </a:extLst>
          </p:cNvPr>
          <p:cNvSpPr txBox="1"/>
          <p:nvPr/>
        </p:nvSpPr>
        <p:spPr>
          <a:xfrm>
            <a:off x="1346071" y="1401965"/>
            <a:ext cx="31774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Pixel Operator 8" panose="02000503000000000000" pitchFamily="2" charset="0"/>
              </a:rPr>
              <a:t>Ice to see your jokes.</a:t>
            </a:r>
            <a:endParaRPr lang="fr-CA" sz="2000" dirty="0">
              <a:latin typeface="Pixel Operator 8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2325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60</Words>
  <Application>Microsoft Office PowerPoint</Application>
  <PresentationFormat>Grand écran</PresentationFormat>
  <Paragraphs>18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Pixel Operator 8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Provencher, Alexis</dc:creator>
  <cp:lastModifiedBy>Provencher, Alexis</cp:lastModifiedBy>
  <cp:revision>11</cp:revision>
  <dcterms:created xsi:type="dcterms:W3CDTF">2026-05-07T14:24:55Z</dcterms:created>
  <dcterms:modified xsi:type="dcterms:W3CDTF">2026-05-07T15:55:19Z</dcterms:modified>
</cp:coreProperties>
</file>