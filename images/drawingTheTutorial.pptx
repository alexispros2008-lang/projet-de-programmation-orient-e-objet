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7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23D46E-3735-5A56-50D6-EE370DA34B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F0FE246-BFD4-FAE9-D9E7-0BC27E5E9D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5A89823-EDB5-E7CA-34C3-A7E8A070D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224B-D26D-4BBF-93A6-090E4F9F4A69}" type="datetimeFigureOut">
              <a:rPr lang="fr-CA" smtClean="0"/>
              <a:t>2026-05-05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6BBC0C6-A99E-BDE4-2299-38407E080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5AC241-BD8E-D162-2468-1DDEC40DF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EE18-1079-469E-8226-F75B7AF0F44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9164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0086DF-472E-4506-A1AB-7EF33C80A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7446FA3-2D79-00B1-DF87-C00922BC5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DCD8A84-11ED-8E3B-BBC0-12BFD4801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224B-D26D-4BBF-93A6-090E4F9F4A69}" type="datetimeFigureOut">
              <a:rPr lang="fr-CA" smtClean="0"/>
              <a:t>2026-05-05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2E8D7A3-2019-47B2-87B3-F6DA56752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4349942-827F-B32A-AED8-0707523BF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EE18-1079-469E-8226-F75B7AF0F44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96944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3D1A1A-595E-4F6C-1498-AA9743785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E0C76B0-05E7-DE23-7F4A-BBFFC09D15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C6A7544-FB9D-39F0-02F8-3D0EE037E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224B-D26D-4BBF-93A6-090E4F9F4A69}" type="datetimeFigureOut">
              <a:rPr lang="fr-CA" smtClean="0"/>
              <a:t>2026-05-05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7DC7EAC-47A2-E962-C254-A6B1A0FD2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2090CA3-EE1B-ED4B-2E1B-25DD82969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EE18-1079-469E-8226-F75B7AF0F44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07634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D3E2FA-D077-5EB1-8199-7E3725BDF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25CE92-3ACF-AC74-4644-23AE489043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49D9F5A-A084-BC71-0EA6-8B8219781A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B0722B8-BBFD-175D-190D-156AA59E4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224B-D26D-4BBF-93A6-090E4F9F4A69}" type="datetimeFigureOut">
              <a:rPr lang="fr-CA" smtClean="0"/>
              <a:t>2026-05-05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65918E4-C3B8-01A7-7A9F-0A84C53E3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01B42BE-B1D4-79E6-B8B8-B0D5B08FE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EE18-1079-469E-8226-F75B7AF0F44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41360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F68C57-A8CF-CA28-771B-538F9D58E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C643F51-8B3C-1DA5-29CA-84D18B7888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BCB4A3B-86F1-E24C-AAC6-966B18585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25BE562-1033-F87D-CD51-E951F672A4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F6DFC6A-5DDB-8053-A3A9-EECAA20F75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E4C4992-2BC2-9FC7-369B-2078CE99B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224B-D26D-4BBF-93A6-090E4F9F4A69}" type="datetimeFigureOut">
              <a:rPr lang="fr-CA" smtClean="0"/>
              <a:t>2026-05-05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4085EB3-673E-981A-DE0F-8B17C4790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F21C3DB-AC37-D71E-22AD-8175BE85D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EE18-1079-469E-8226-F75B7AF0F44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07595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CBFB5B-FF8F-0993-BD1F-2A99423B1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040F85B-32FE-C081-A59C-8ADBDED17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224B-D26D-4BBF-93A6-090E4F9F4A69}" type="datetimeFigureOut">
              <a:rPr lang="fr-CA" smtClean="0"/>
              <a:t>2026-05-05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F1CB8E1-7378-3969-73ED-0970836F5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334BCB9-9C95-11D8-2A40-98614BE14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EE18-1079-469E-8226-F75B7AF0F44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44538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C65D50D-1D19-45C0-F94F-0BFB45920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224B-D26D-4BBF-93A6-090E4F9F4A69}" type="datetimeFigureOut">
              <a:rPr lang="fr-CA" smtClean="0"/>
              <a:t>2026-05-05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A2EED61-16B7-AA83-B4D3-AEE7B91CA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23630DA-BB66-DD7C-8B0B-A5D440B4A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EE18-1079-469E-8226-F75B7AF0F44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02327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CABF9B-3282-C55F-87CA-FDB9D15C3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03B5E9-9050-3F3E-D8E1-A83B7CC83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CF58218-7763-B4B0-1018-1A23715E9A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89C3119-29B8-CB75-59DA-0F7D0F2E0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224B-D26D-4BBF-93A6-090E4F9F4A69}" type="datetimeFigureOut">
              <a:rPr lang="fr-CA" smtClean="0"/>
              <a:t>2026-05-05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C4A79E6-1447-C619-92AD-5AB41D876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D4133C2-BEB1-BF69-DB8B-24CE22B07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EE18-1079-469E-8226-F75B7AF0F44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26194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987147-FB22-B281-02BC-3CC5AF97F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E73C790-875A-D638-D468-A9466B71E8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D816AEE-5D55-6A16-244F-2383115A7E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CAD3289-B7D2-F3F6-450D-436D2FC71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224B-D26D-4BBF-93A6-090E4F9F4A69}" type="datetimeFigureOut">
              <a:rPr lang="fr-CA" smtClean="0"/>
              <a:t>2026-05-05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9F9B730-2F8E-F1D8-6C17-5CB7AB907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B651308-DC10-F1B0-6A8F-43BF9D9C2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EE18-1079-469E-8226-F75B7AF0F44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45192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4F2461-BD45-68D8-BD94-995D45EA0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7DD10B2-070C-EEE9-4232-4EB5B4DE35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AF6A2DE-EFA5-4F77-5300-2D794B47E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224B-D26D-4BBF-93A6-090E4F9F4A69}" type="datetimeFigureOut">
              <a:rPr lang="fr-CA" smtClean="0"/>
              <a:t>2026-05-05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519635B-05C7-39EC-D392-6A11B2856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5084C63-BCF5-E828-57E7-35B054132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EE18-1079-469E-8226-F75B7AF0F44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1639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89221B3-5491-D1C5-598E-60E90A1C84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6D2C839-A819-4991-07AD-87C0A80A90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6070E2F-D61B-9812-7D59-9965FBBA0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224B-D26D-4BBF-93A6-090E4F9F4A69}" type="datetimeFigureOut">
              <a:rPr lang="fr-CA" smtClean="0"/>
              <a:t>2026-05-05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F3B981D-B261-F077-4246-3EB53710A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9833834-A147-9E8D-8373-B01E609AC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EE18-1079-469E-8226-F75B7AF0F44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10199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56E8BF4-6FD9-5CD4-17C6-79B480FBA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AC6E5FB-3D45-F2BA-6488-66B1EBE35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7715EEC-81FD-4173-12EE-8101A977D8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80224B-D26D-4BBF-93A6-090E4F9F4A69}" type="datetimeFigureOut">
              <a:rPr lang="fr-CA" smtClean="0"/>
              <a:t>2026-05-05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7E7CD5-46DF-00BF-707C-2757ADB0BD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D7D7DF0-19E0-3D22-8948-BAF6906813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50EE18-1079-469E-8226-F75B7AF0F44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24402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1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slideLayout" Target="../slideLayouts/slideLayout1.xml"/><Relationship Id="rId17" Type="http://schemas.openxmlformats.org/officeDocument/2006/relationships/image" Target="../media/image5.png"/><Relationship Id="rId2" Type="http://schemas.openxmlformats.org/officeDocument/2006/relationships/tags" Target="../tags/tag2.xml"/><Relationship Id="rId16" Type="http://schemas.openxmlformats.org/officeDocument/2006/relationships/image" Target="../media/image4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image" Target="../media/image3.png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7" Type="http://schemas.openxmlformats.org/officeDocument/2006/relationships/image" Target="../media/image1.png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7" Type="http://schemas.openxmlformats.org/officeDocument/2006/relationships/image" Target="../media/image1.pn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BF624571-5B69-8D51-8F23-6C0CF6AD167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/>
          <a:srcRect l="4895" t="76969" r="8598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07426E59-D40B-926A-1115-4D5110CA22A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211754" y="1262999"/>
            <a:ext cx="1145098" cy="118750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6305C78-6DB1-69C2-95E9-85A81E0E297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484672" y="1385356"/>
            <a:ext cx="10202504" cy="9427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3000" dirty="0">
                <a:latin typeface="Pixel Operator 8" panose="02000503000000000000" pitchFamily="2" charset="0"/>
              </a:rPr>
              <a:t>White </a:t>
            </a:r>
            <a:r>
              <a:rPr lang="fr-CA" sz="3000" dirty="0" err="1">
                <a:latin typeface="Pixel Operator 8" panose="02000503000000000000" pitchFamily="2" charset="0"/>
              </a:rPr>
              <a:t>bullets</a:t>
            </a:r>
            <a:r>
              <a:rPr lang="fr-CA" sz="3000" dirty="0">
                <a:latin typeface="Pixel Operator 8" panose="02000503000000000000" pitchFamily="2" charset="0"/>
              </a:rPr>
              <a:t> deal one damage and are the </a:t>
            </a:r>
            <a:r>
              <a:rPr lang="fr-CA" sz="3000" dirty="0" err="1">
                <a:latin typeface="Pixel Operator 8" panose="02000503000000000000" pitchFamily="2" charset="0"/>
              </a:rPr>
              <a:t>most</a:t>
            </a:r>
            <a:r>
              <a:rPr lang="fr-CA" sz="3000" dirty="0">
                <a:latin typeface="Pixel Operator 8" panose="02000503000000000000" pitchFamily="2" charset="0"/>
              </a:rPr>
              <a:t> </a:t>
            </a:r>
            <a:r>
              <a:rPr lang="fr-CA" sz="3000" dirty="0" err="1">
                <a:latin typeface="Pixel Operator 8" panose="02000503000000000000" pitchFamily="2" charset="0"/>
              </a:rPr>
              <a:t>common</a:t>
            </a:r>
            <a:r>
              <a:rPr lang="fr-CA" sz="3000" dirty="0">
                <a:latin typeface="Pixel Operator 8" panose="02000503000000000000" pitchFamily="2" charset="0"/>
              </a:rPr>
              <a:t> types of </a:t>
            </a:r>
            <a:r>
              <a:rPr lang="fr-CA" sz="3000" dirty="0" err="1">
                <a:latin typeface="Pixel Operator 8" panose="02000503000000000000" pitchFamily="2" charset="0"/>
              </a:rPr>
              <a:t>bullets</a:t>
            </a:r>
            <a:r>
              <a:rPr lang="fr-CA" sz="3000" dirty="0">
                <a:latin typeface="Pixel Operator 8" panose="02000503000000000000" pitchFamily="2" charset="0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C584F0-A522-5180-B679-465ED3555FD4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356852" y="2659625"/>
            <a:ext cx="10707329" cy="9427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3000" dirty="0">
                <a:latin typeface="Pixel Operator 8" panose="02000503000000000000" pitchFamily="2" charset="0"/>
              </a:rPr>
              <a:t>Blue </a:t>
            </a:r>
            <a:r>
              <a:rPr lang="fr-CA" sz="3000" dirty="0" err="1">
                <a:latin typeface="Pixel Operator 8" panose="02000503000000000000" pitchFamily="2" charset="0"/>
              </a:rPr>
              <a:t>bullets</a:t>
            </a:r>
            <a:r>
              <a:rPr lang="fr-CA" sz="3000" dirty="0">
                <a:latin typeface="Pixel Operator 8" panose="02000503000000000000" pitchFamily="2" charset="0"/>
              </a:rPr>
              <a:t> deal one damage </a:t>
            </a:r>
            <a:r>
              <a:rPr lang="fr-CA" sz="3000" dirty="0" err="1">
                <a:latin typeface="Pixel Operator 8" panose="02000503000000000000" pitchFamily="2" charset="0"/>
              </a:rPr>
              <a:t>when</a:t>
            </a:r>
            <a:r>
              <a:rPr lang="fr-CA" sz="3000" dirty="0">
                <a:latin typeface="Pixel Operator 8" panose="02000503000000000000" pitchFamily="2" charset="0"/>
              </a:rPr>
              <a:t> the </a:t>
            </a:r>
            <a:r>
              <a:rPr lang="fr-CA" sz="3000" dirty="0" err="1">
                <a:latin typeface="Pixel Operator 8" panose="02000503000000000000" pitchFamily="2" charset="0"/>
              </a:rPr>
              <a:t>player</a:t>
            </a:r>
            <a:r>
              <a:rPr lang="fr-CA" sz="3000" dirty="0">
                <a:latin typeface="Pixel Operator 8" panose="02000503000000000000" pitchFamily="2" charset="0"/>
              </a:rPr>
              <a:t> </a:t>
            </a:r>
            <a:r>
              <a:rPr lang="fr-CA" sz="3000" dirty="0" err="1">
                <a:latin typeface="Pixel Operator 8" panose="02000503000000000000" pitchFamily="2" charset="0"/>
              </a:rPr>
              <a:t>is</a:t>
            </a:r>
            <a:r>
              <a:rPr lang="fr-CA" sz="3000" dirty="0">
                <a:latin typeface="Pixel Operator 8" panose="02000503000000000000" pitchFamily="2" charset="0"/>
              </a:rPr>
              <a:t> </a:t>
            </a:r>
            <a:r>
              <a:rPr lang="fr-CA" sz="3000" dirty="0" err="1">
                <a:latin typeface="Pixel Operator 8" panose="02000503000000000000" pitchFamily="2" charset="0"/>
              </a:rPr>
              <a:t>moving</a:t>
            </a:r>
            <a:r>
              <a:rPr lang="fr-CA" sz="3000" dirty="0">
                <a:latin typeface="Pixel Operator 8" panose="02000503000000000000" pitchFamily="2" charset="0"/>
              </a:rPr>
              <a:t>.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4DD4E21-734C-42F9-F715-3CDFA3EA48D9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275663" y="2542141"/>
            <a:ext cx="1145097" cy="1060276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B0EB1E7E-BF37-4916-860E-BF518B299911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142930" y="3694450"/>
            <a:ext cx="1272917" cy="106076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D91EC2F-53B9-7DC8-69C1-085A15E31EDC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1420760" y="3816020"/>
            <a:ext cx="10707329" cy="9427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3000" dirty="0">
                <a:latin typeface="Pixel Operator 8" panose="02000503000000000000" pitchFamily="2" charset="0"/>
              </a:rPr>
              <a:t>Orange </a:t>
            </a:r>
            <a:r>
              <a:rPr lang="fr-CA" sz="3000" dirty="0" err="1">
                <a:latin typeface="Pixel Operator 8" panose="02000503000000000000" pitchFamily="2" charset="0"/>
              </a:rPr>
              <a:t>bullets</a:t>
            </a:r>
            <a:r>
              <a:rPr lang="fr-CA" sz="3000" dirty="0">
                <a:latin typeface="Pixel Operator 8" panose="02000503000000000000" pitchFamily="2" charset="0"/>
              </a:rPr>
              <a:t> deals one damage </a:t>
            </a:r>
            <a:r>
              <a:rPr lang="fr-CA" sz="3000" dirty="0" err="1">
                <a:latin typeface="Pixel Operator 8" panose="02000503000000000000" pitchFamily="2" charset="0"/>
              </a:rPr>
              <a:t>when</a:t>
            </a:r>
            <a:r>
              <a:rPr lang="fr-CA" sz="3000" dirty="0">
                <a:latin typeface="Pixel Operator 8" panose="02000503000000000000" pitchFamily="2" charset="0"/>
              </a:rPr>
              <a:t> the </a:t>
            </a:r>
            <a:r>
              <a:rPr lang="fr-CA" sz="3000" dirty="0" err="1">
                <a:latin typeface="Pixel Operator 8" panose="02000503000000000000" pitchFamily="2" charset="0"/>
              </a:rPr>
              <a:t>player</a:t>
            </a:r>
            <a:r>
              <a:rPr lang="fr-CA" sz="3000" dirty="0">
                <a:latin typeface="Pixel Operator 8" panose="02000503000000000000" pitchFamily="2" charset="0"/>
              </a:rPr>
              <a:t> </a:t>
            </a:r>
            <a:r>
              <a:rPr lang="fr-CA" sz="3000" dirty="0" err="1">
                <a:latin typeface="Pixel Operator 8" panose="02000503000000000000" pitchFamily="2" charset="0"/>
              </a:rPr>
              <a:t>isn’t</a:t>
            </a:r>
            <a:r>
              <a:rPr lang="fr-CA" sz="3000" dirty="0">
                <a:latin typeface="Pixel Operator 8" panose="02000503000000000000" pitchFamily="2" charset="0"/>
              </a:rPr>
              <a:t> </a:t>
            </a:r>
            <a:r>
              <a:rPr lang="fr-CA" sz="3000" dirty="0" err="1">
                <a:latin typeface="Pixel Operator 8" panose="02000503000000000000" pitchFamily="2" charset="0"/>
              </a:rPr>
              <a:t>moving</a:t>
            </a:r>
            <a:r>
              <a:rPr lang="fr-CA" sz="3000" dirty="0">
                <a:latin typeface="Pixel Operator 8" panose="02000503000000000000" pitchFamily="2" charset="0"/>
              </a:rPr>
              <a:t>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B93E78-57C3-3AD0-3448-63BF086D988B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160204" y="5163146"/>
            <a:ext cx="10707329" cy="9427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3000" dirty="0">
                <a:latin typeface="Pixel Operator 8" panose="02000503000000000000" pitchFamily="2" charset="0"/>
              </a:rPr>
              <a:t>Green </a:t>
            </a:r>
            <a:r>
              <a:rPr lang="fr-CA" sz="3000" dirty="0" err="1">
                <a:latin typeface="Pixel Operator 8" panose="02000503000000000000" pitchFamily="2" charset="0"/>
              </a:rPr>
              <a:t>bullets</a:t>
            </a:r>
            <a:r>
              <a:rPr lang="fr-CA" sz="3000" dirty="0">
                <a:latin typeface="Pixel Operator 8" panose="02000503000000000000" pitchFamily="2" charset="0"/>
              </a:rPr>
              <a:t> </a:t>
            </a:r>
            <a:r>
              <a:rPr lang="fr-CA" sz="3000" dirty="0" err="1">
                <a:latin typeface="Pixel Operator 8" panose="02000503000000000000" pitchFamily="2" charset="0"/>
              </a:rPr>
              <a:t>heal</a:t>
            </a:r>
            <a:r>
              <a:rPr lang="fr-CA" sz="3000" dirty="0">
                <a:latin typeface="Pixel Operator 8" panose="02000503000000000000" pitchFamily="2" charset="0"/>
              </a:rPr>
              <a:t> one </a:t>
            </a:r>
            <a:r>
              <a:rPr lang="fr-CA" sz="3000" dirty="0" err="1">
                <a:latin typeface="Pixel Operator 8" panose="02000503000000000000" pitchFamily="2" charset="0"/>
              </a:rPr>
              <a:t>hp</a:t>
            </a:r>
            <a:r>
              <a:rPr lang="fr-CA" sz="3000" dirty="0">
                <a:latin typeface="Pixel Operator 8" panose="02000503000000000000" pitchFamily="2" charset="0"/>
              </a:rPr>
              <a:t> </a:t>
            </a:r>
            <a:r>
              <a:rPr lang="fr-CA" sz="3000" dirty="0" err="1">
                <a:latin typeface="Pixel Operator 8" panose="02000503000000000000" pitchFamily="2" charset="0"/>
              </a:rPr>
              <a:t>when</a:t>
            </a:r>
            <a:r>
              <a:rPr lang="fr-CA" sz="3000" dirty="0">
                <a:latin typeface="Pixel Operator 8" panose="02000503000000000000" pitchFamily="2" charset="0"/>
              </a:rPr>
              <a:t> the </a:t>
            </a:r>
            <a:r>
              <a:rPr lang="fr-CA" sz="3000" dirty="0" err="1">
                <a:latin typeface="Pixel Operator 8" panose="02000503000000000000" pitchFamily="2" charset="0"/>
              </a:rPr>
              <a:t>player</a:t>
            </a:r>
            <a:r>
              <a:rPr lang="fr-CA" sz="3000" dirty="0">
                <a:latin typeface="Pixel Operator 8" panose="02000503000000000000" pitchFamily="2" charset="0"/>
              </a:rPr>
              <a:t> </a:t>
            </a:r>
            <a:r>
              <a:rPr lang="fr-CA" sz="3000" dirty="0" err="1">
                <a:latin typeface="Pixel Operator 8" panose="02000503000000000000" pitchFamily="2" charset="0"/>
              </a:rPr>
              <a:t>is</a:t>
            </a:r>
            <a:r>
              <a:rPr lang="fr-CA" sz="3000" dirty="0">
                <a:latin typeface="Pixel Operator 8" panose="02000503000000000000" pitchFamily="2" charset="0"/>
              </a:rPr>
              <a:t> </a:t>
            </a:r>
            <a:r>
              <a:rPr lang="fr-CA" sz="3000" dirty="0" err="1">
                <a:latin typeface="Pixel Operator 8" panose="02000503000000000000" pitchFamily="2" charset="0"/>
              </a:rPr>
              <a:t>touching</a:t>
            </a:r>
            <a:r>
              <a:rPr lang="fr-CA" sz="3000" dirty="0">
                <a:latin typeface="Pixel Operator 8" panose="02000503000000000000" pitchFamily="2" charset="0"/>
              </a:rPr>
              <a:t> </a:t>
            </a:r>
            <a:r>
              <a:rPr lang="fr-CA" sz="3000" dirty="0" err="1">
                <a:latin typeface="Pixel Operator 8" panose="02000503000000000000" pitchFamily="2" charset="0"/>
              </a:rPr>
              <a:t>them</a:t>
            </a:r>
            <a:r>
              <a:rPr lang="fr-CA" sz="3000" dirty="0">
                <a:latin typeface="Pixel Operator 8" panose="02000503000000000000" pitchFamily="2" charset="0"/>
              </a:rPr>
              <a:t>.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1A1DFEB8-9C71-A3F8-16B3-915D98061EB9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231233" y="4992645"/>
            <a:ext cx="1209008" cy="102301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76EB931F-7F12-023B-3DB7-8713BAA658BC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245806" y="403123"/>
            <a:ext cx="11759381" cy="619432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3DB0472-2E07-81DC-B198-3462B28D4697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3"/>
          <a:srcRect l="4895" r="4092"/>
          <a:stretch>
            <a:fillRect/>
          </a:stretch>
        </p:blipFill>
        <p:spPr>
          <a:xfrm>
            <a:off x="3864077" y="0"/>
            <a:ext cx="4463845" cy="1053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356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B697C-39AB-850F-C6FD-9D089FF2E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882FCF81-9A70-DDCB-5331-2ED41F6913C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rcRect l="4895" t="76969" r="8598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B00E312-2795-1EFB-0403-22FC113D51E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742334" y="986817"/>
            <a:ext cx="10707329" cy="9427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3000" dirty="0">
                <a:latin typeface="Pixel Operator 8" panose="02000503000000000000" pitchFamily="2" charset="0"/>
              </a:rPr>
              <a:t>Tips 1 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488CA0-7038-7AEC-4B60-FF26A09FB4EB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42333" y="3190567"/>
            <a:ext cx="10707329" cy="9427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3000" dirty="0">
                <a:latin typeface="Pixel Operator 8" panose="02000503000000000000" pitchFamily="2" charset="0"/>
              </a:rPr>
              <a:t>Stay close to the middle of the screen to have more time to </a:t>
            </a:r>
            <a:r>
              <a:rPr lang="fr-CA" sz="3000" dirty="0" err="1">
                <a:latin typeface="Pixel Operator 8" panose="02000503000000000000" pitchFamily="2" charset="0"/>
              </a:rPr>
              <a:t>see</a:t>
            </a:r>
            <a:r>
              <a:rPr lang="fr-CA" sz="3000" dirty="0">
                <a:latin typeface="Pixel Operator 8" panose="02000503000000000000" pitchFamily="2" charset="0"/>
              </a:rPr>
              <a:t> the </a:t>
            </a:r>
            <a:r>
              <a:rPr lang="fr-CA" sz="3000" dirty="0" err="1">
                <a:latin typeface="Pixel Operator 8" panose="02000503000000000000" pitchFamily="2" charset="0"/>
              </a:rPr>
              <a:t>attacks</a:t>
            </a:r>
            <a:r>
              <a:rPr lang="fr-CA" sz="3000" dirty="0">
                <a:latin typeface="Pixel Operator 8" panose="02000503000000000000" pitchFamily="2" charset="0"/>
              </a:rPr>
              <a:t> </a:t>
            </a:r>
            <a:r>
              <a:rPr lang="fr-CA" sz="3000" dirty="0" err="1">
                <a:latin typeface="Pixel Operator 8" panose="02000503000000000000" pitchFamily="2" charset="0"/>
              </a:rPr>
              <a:t>arriving</a:t>
            </a:r>
            <a:r>
              <a:rPr lang="fr-CA" sz="3000" dirty="0">
                <a:latin typeface="Pixel Operator 8" panose="02000503000000000000" pitchFamily="2" charset="0"/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91D876-4365-7040-D074-7F6DEB2A29E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45806" y="403123"/>
            <a:ext cx="11759381" cy="619432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52F1AD9-3C1F-4843-667B-48DED910E140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7"/>
          <a:srcRect l="4895" r="4092"/>
          <a:stretch>
            <a:fillRect/>
          </a:stretch>
        </p:blipFill>
        <p:spPr>
          <a:xfrm>
            <a:off x="3864077" y="0"/>
            <a:ext cx="4463845" cy="1053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811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1390D-18D8-204F-ED24-F440AB24D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57A815CE-CC26-AF91-5CEC-41A58F416A7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rcRect l="4895" t="76969" r="8598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995796A-F1C0-568E-61A9-7CE31CF4A7B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742334" y="986817"/>
            <a:ext cx="10707329" cy="9427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3000" dirty="0">
                <a:latin typeface="Pixel Operator 8" panose="02000503000000000000" pitchFamily="2" charset="0"/>
              </a:rPr>
              <a:t>Tips 2 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B3E79E-DDB5-AAAC-45A5-E9F9A1751AFD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42333" y="3190567"/>
            <a:ext cx="10707329" cy="9427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3000" dirty="0">
                <a:latin typeface="Pixel Operator 8" panose="02000503000000000000" pitchFamily="2" charset="0"/>
              </a:rPr>
              <a:t>Try to </a:t>
            </a:r>
            <a:r>
              <a:rPr lang="fr-CA" sz="3000" dirty="0" err="1">
                <a:latin typeface="Pixel Operator 8" panose="02000503000000000000" pitchFamily="2" charset="0"/>
              </a:rPr>
              <a:t>collect</a:t>
            </a:r>
            <a:r>
              <a:rPr lang="fr-CA" sz="3000" dirty="0">
                <a:latin typeface="Pixel Operator 8" panose="02000503000000000000" pitchFamily="2" charset="0"/>
              </a:rPr>
              <a:t> the </a:t>
            </a:r>
            <a:r>
              <a:rPr lang="fr-CA" sz="3000" dirty="0" err="1">
                <a:latin typeface="Pixel Operator 8" panose="02000503000000000000" pitchFamily="2" charset="0"/>
              </a:rPr>
              <a:t>most</a:t>
            </a:r>
            <a:r>
              <a:rPr lang="fr-CA" sz="3000" dirty="0">
                <a:latin typeface="Pixel Operator 8" panose="02000503000000000000" pitchFamily="2" charset="0"/>
              </a:rPr>
              <a:t> </a:t>
            </a:r>
            <a:r>
              <a:rPr lang="fr-CA" sz="3000" dirty="0" err="1">
                <a:latin typeface="Pixel Operator 8" panose="02000503000000000000" pitchFamily="2" charset="0"/>
              </a:rPr>
              <a:t>amount</a:t>
            </a:r>
            <a:r>
              <a:rPr lang="fr-CA" sz="3000" dirty="0">
                <a:latin typeface="Pixel Operator 8" panose="02000503000000000000" pitchFamily="2" charset="0"/>
              </a:rPr>
              <a:t> of green </a:t>
            </a:r>
            <a:r>
              <a:rPr lang="fr-CA" sz="3000" dirty="0" err="1">
                <a:latin typeface="Pixel Operator 8" panose="02000503000000000000" pitchFamily="2" charset="0"/>
              </a:rPr>
              <a:t>bullets</a:t>
            </a:r>
            <a:r>
              <a:rPr lang="fr-CA" sz="3000" dirty="0">
                <a:latin typeface="Pixel Operator 8" panose="02000503000000000000" pitchFamily="2" charset="0"/>
              </a:rPr>
              <a:t>! You </a:t>
            </a:r>
            <a:r>
              <a:rPr lang="fr-CA" sz="3000" dirty="0" err="1">
                <a:latin typeface="Pixel Operator 8" panose="02000503000000000000" pitchFamily="2" charset="0"/>
              </a:rPr>
              <a:t>never</a:t>
            </a:r>
            <a:r>
              <a:rPr lang="fr-CA" sz="3000" dirty="0">
                <a:latin typeface="Pixel Operator 8" panose="02000503000000000000" pitchFamily="2" charset="0"/>
              </a:rPr>
              <a:t> know </a:t>
            </a:r>
            <a:r>
              <a:rPr lang="fr-CA" sz="3000" dirty="0" err="1">
                <a:latin typeface="Pixel Operator 8" panose="02000503000000000000" pitchFamily="2" charset="0"/>
              </a:rPr>
              <a:t>when</a:t>
            </a:r>
            <a:r>
              <a:rPr lang="fr-CA" sz="3000" dirty="0">
                <a:latin typeface="Pixel Operator 8" panose="02000503000000000000" pitchFamily="2" charset="0"/>
              </a:rPr>
              <a:t> </a:t>
            </a:r>
            <a:r>
              <a:rPr lang="fr-CA" sz="3000" dirty="0" err="1">
                <a:latin typeface="Pixel Operator 8" panose="02000503000000000000" pitchFamily="2" charset="0"/>
              </a:rPr>
              <a:t>you</a:t>
            </a:r>
            <a:r>
              <a:rPr lang="fr-CA" sz="3000" dirty="0">
                <a:latin typeface="Pixel Operator 8" panose="02000503000000000000" pitchFamily="2" charset="0"/>
              </a:rPr>
              <a:t> </a:t>
            </a:r>
            <a:r>
              <a:rPr lang="fr-CA" sz="3000" dirty="0" err="1">
                <a:latin typeface="Pixel Operator 8" panose="02000503000000000000" pitchFamily="2" charset="0"/>
              </a:rPr>
              <a:t>will</a:t>
            </a:r>
            <a:r>
              <a:rPr lang="fr-CA" sz="3000" dirty="0">
                <a:latin typeface="Pixel Operator 8" panose="02000503000000000000" pitchFamily="2" charset="0"/>
              </a:rPr>
              <a:t> </a:t>
            </a:r>
            <a:r>
              <a:rPr lang="fr-CA" sz="3000" dirty="0" err="1">
                <a:latin typeface="Pixel Operator 8" panose="02000503000000000000" pitchFamily="2" charset="0"/>
              </a:rPr>
              <a:t>need</a:t>
            </a:r>
            <a:r>
              <a:rPr lang="fr-CA" sz="3000" dirty="0">
                <a:latin typeface="Pixel Operator 8" panose="02000503000000000000" pitchFamily="2" charset="0"/>
              </a:rPr>
              <a:t> </a:t>
            </a:r>
            <a:r>
              <a:rPr lang="fr-CA" sz="3000" dirty="0" err="1">
                <a:latin typeface="Pixel Operator 8" panose="02000503000000000000" pitchFamily="2" charset="0"/>
              </a:rPr>
              <a:t>it!</a:t>
            </a:r>
            <a:endParaRPr lang="fr-CA" sz="3000" dirty="0">
              <a:latin typeface="Pixel Operator 8" panose="02000503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1BB52C-CD5C-2255-639D-6E9991FFA23D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45806" y="403123"/>
            <a:ext cx="11759381" cy="619432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09458E1-7BBE-9BD7-7341-6414599EF611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7"/>
          <a:srcRect l="4895" r="4092"/>
          <a:stretch>
            <a:fillRect/>
          </a:stretch>
        </p:blipFill>
        <p:spPr>
          <a:xfrm>
            <a:off x="3864077" y="0"/>
            <a:ext cx="4463845" cy="1053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61824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91</Words>
  <Application>Microsoft Office PowerPoint</Application>
  <PresentationFormat>Grand écran</PresentationFormat>
  <Paragraphs>8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Pixel Operator 8</vt:lpstr>
      <vt:lpstr>Thème Office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Provencher, Alexis</dc:creator>
  <cp:lastModifiedBy>Buldakov, Nicolas</cp:lastModifiedBy>
  <cp:revision>9</cp:revision>
  <dcterms:created xsi:type="dcterms:W3CDTF">2026-05-05T12:39:54Z</dcterms:created>
  <dcterms:modified xsi:type="dcterms:W3CDTF">2026-05-05T13:17:53Z</dcterms:modified>
</cp:coreProperties>
</file>