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F23D46E-3735-5A56-50D6-EE370DA34B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F0FE246-BFD4-FAE9-D9E7-0BC27E5E9D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5A89823-EDB5-E7CA-34C3-A7E8A070D2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0224B-D26D-4BBF-93A6-090E4F9F4A69}" type="datetimeFigureOut">
              <a:rPr lang="fr-CA" smtClean="0"/>
              <a:t>2026-05-05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6BBC0C6-A99E-BDE4-2299-38407E0804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65AC241-BD8E-D162-2468-1DDEC40DFA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EE18-1079-469E-8226-F75B7AF0F44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791643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C0086DF-472E-4506-A1AB-7EF33C80A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7446FA3-2D79-00B1-DF87-C00922BC50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DCD8A84-11ED-8E3B-BBC0-12BFD4801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0224B-D26D-4BBF-93A6-090E4F9F4A69}" type="datetimeFigureOut">
              <a:rPr lang="fr-CA" smtClean="0"/>
              <a:t>2026-05-05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2E8D7A3-2019-47B2-87B3-F6DA56752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4349942-827F-B32A-AED8-0707523BF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EE18-1079-469E-8226-F75B7AF0F44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3969444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83D1A1A-595E-4F6C-1498-AA9743785E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E0C76B0-05E7-DE23-7F4A-BBFFC09D15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C6A7544-FB9D-39F0-02F8-3D0EE037E8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0224B-D26D-4BBF-93A6-090E4F9F4A69}" type="datetimeFigureOut">
              <a:rPr lang="fr-CA" smtClean="0"/>
              <a:t>2026-05-05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7DC7EAC-47A2-E962-C254-A6B1A0FD2B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2090CA3-EE1B-ED4B-2E1B-25DD82969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EE18-1079-469E-8226-F75B7AF0F44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076346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7D3E2FA-D077-5EB1-8199-7E3725BDF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D25CE92-3ACF-AC74-4644-23AE489043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49D9F5A-A084-BC71-0EA6-8B8219781A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B0722B8-BBFD-175D-190D-156AA59E4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0224B-D26D-4BBF-93A6-090E4F9F4A69}" type="datetimeFigureOut">
              <a:rPr lang="fr-CA" smtClean="0"/>
              <a:t>2026-05-05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65918E4-C3B8-01A7-7A9F-0A84C53E3E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01B42BE-B1D4-79E6-B8B8-B0D5B08FE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EE18-1079-469E-8226-F75B7AF0F44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241360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CF68C57-A8CF-CA28-771B-538F9D58E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C643F51-8B3C-1DA5-29CA-84D18B7888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8BCB4A3B-86F1-E24C-AAC6-966B185859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425BE562-1033-F87D-CD51-E951F672A4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F6DFC6A-5DDB-8053-A3A9-EECAA20F75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AE4C4992-2BC2-9FC7-369B-2078CE99B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0224B-D26D-4BBF-93A6-090E4F9F4A69}" type="datetimeFigureOut">
              <a:rPr lang="fr-CA" smtClean="0"/>
              <a:t>2026-05-05</a:t>
            </a:fld>
            <a:endParaRPr lang="fr-CA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E4085EB3-673E-981A-DE0F-8B17C47907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0F21C3DB-AC37-D71E-22AD-8175BE85D7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EE18-1079-469E-8226-F75B7AF0F44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075954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BCBFB5B-FF8F-0993-BD1F-2A99423B13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0040F85B-32FE-C081-A59C-8ADBDED178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0224B-D26D-4BBF-93A6-090E4F9F4A69}" type="datetimeFigureOut">
              <a:rPr lang="fr-CA" smtClean="0"/>
              <a:t>2026-05-05</a:t>
            </a:fld>
            <a:endParaRPr lang="fr-CA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F1CB8E1-7378-3969-73ED-0970836F5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334BCB9-9C95-11D8-2A40-98614BE140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EE18-1079-469E-8226-F75B7AF0F44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445382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5C65D50D-1D19-45C0-F94F-0BFB45920B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0224B-D26D-4BBF-93A6-090E4F9F4A69}" type="datetimeFigureOut">
              <a:rPr lang="fr-CA" smtClean="0"/>
              <a:t>2026-05-05</a:t>
            </a:fld>
            <a:endParaRPr lang="fr-CA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A2EED61-16B7-AA83-B4D3-AEE7B91CA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23630DA-BB66-DD7C-8B0B-A5D440B4A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EE18-1079-469E-8226-F75B7AF0F44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023272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ACABF9B-3282-C55F-87CA-FDB9D15C31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B03B5E9-9050-3F3E-D8E1-A83B7CC835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CF58218-7763-B4B0-1018-1A23715E9A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89C3119-29B8-CB75-59DA-0F7D0F2E07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0224B-D26D-4BBF-93A6-090E4F9F4A69}" type="datetimeFigureOut">
              <a:rPr lang="fr-CA" smtClean="0"/>
              <a:t>2026-05-05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C4A79E6-1447-C619-92AD-5AB41D876D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D4133C2-BEB1-BF69-DB8B-24CE22B07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EE18-1079-469E-8226-F75B7AF0F44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261945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987147-FB22-B281-02BC-3CC5AF97F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CE73C790-875A-D638-D468-A9466B71E8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D816AEE-5D55-6A16-244F-2383115A7E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CAD3289-B7D2-F3F6-450D-436D2FC71E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0224B-D26D-4BBF-93A6-090E4F9F4A69}" type="datetimeFigureOut">
              <a:rPr lang="fr-CA" smtClean="0"/>
              <a:t>2026-05-05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9F9B730-2F8E-F1D8-6C17-5CB7AB9070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B651308-DC10-F1B0-6A8F-43BF9D9C24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EE18-1079-469E-8226-F75B7AF0F44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451924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24F2461-BD45-68D8-BD94-995D45EA0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7DD10B2-070C-EEE9-4232-4EB5B4DE35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AF6A2DE-EFA5-4F77-5300-2D794B47E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0224B-D26D-4BBF-93A6-090E4F9F4A69}" type="datetimeFigureOut">
              <a:rPr lang="fr-CA" smtClean="0"/>
              <a:t>2026-05-05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519635B-05C7-39EC-D392-6A11B28566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5084C63-BCF5-E828-57E7-35B054132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EE18-1079-469E-8226-F75B7AF0F44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6163930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89221B3-5491-D1C5-598E-60E90A1C84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6D2C839-A819-4991-07AD-87C0A80A90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6070E2F-D61B-9812-7D59-9965FBBA05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0224B-D26D-4BBF-93A6-090E4F9F4A69}" type="datetimeFigureOut">
              <a:rPr lang="fr-CA" smtClean="0"/>
              <a:t>2026-05-05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F3B981D-B261-F077-4246-3EB53710AD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9833834-A147-9E8D-8373-B01E609AC9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EE18-1079-469E-8226-F75B7AF0F44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101996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456E8BF4-6FD9-5CD4-17C6-79B480FBA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AC6E5FB-3D45-F2BA-6488-66B1EBE355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7715EEC-81FD-4173-12EE-8101A977D8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80224B-D26D-4BBF-93A6-090E4F9F4A69}" type="datetimeFigureOut">
              <a:rPr lang="fr-CA" smtClean="0"/>
              <a:t>2026-05-05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37E7CD5-46DF-00BF-707C-2757ADB0BD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D7D7DF0-19E0-3D22-8948-BAF6906813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50EE18-1079-469E-8226-F75B7AF0F44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8244028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13" Type="http://schemas.openxmlformats.org/officeDocument/2006/relationships/image" Target="../media/image1.png"/><Relationship Id="rId18" Type="http://schemas.openxmlformats.org/officeDocument/2006/relationships/image" Target="../media/image6.png"/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12" Type="http://schemas.openxmlformats.org/officeDocument/2006/relationships/slideLayout" Target="../slideLayouts/slideLayout1.xml"/><Relationship Id="rId17" Type="http://schemas.openxmlformats.org/officeDocument/2006/relationships/image" Target="../media/image5.png"/><Relationship Id="rId2" Type="http://schemas.openxmlformats.org/officeDocument/2006/relationships/tags" Target="../tags/tag2.xml"/><Relationship Id="rId16" Type="http://schemas.openxmlformats.org/officeDocument/2006/relationships/image" Target="../media/image4.png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tags" Target="../tags/tag11.xml"/><Relationship Id="rId5" Type="http://schemas.openxmlformats.org/officeDocument/2006/relationships/tags" Target="../tags/tag5.xml"/><Relationship Id="rId15" Type="http://schemas.openxmlformats.org/officeDocument/2006/relationships/image" Target="../media/image3.png"/><Relationship Id="rId10" Type="http://schemas.openxmlformats.org/officeDocument/2006/relationships/tags" Target="../tags/tag10.xml"/><Relationship Id="rId19" Type="http://schemas.microsoft.com/office/2007/relationships/hdphoto" Target="../media/hdphoto1.wdp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14.xml"/><Relationship Id="rId7" Type="http://schemas.openxmlformats.org/officeDocument/2006/relationships/image" Target="../media/image1.png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6" Type="http://schemas.openxmlformats.org/officeDocument/2006/relationships/slideLayout" Target="../slideLayouts/slideLayout1.xml"/><Relationship Id="rId5" Type="http://schemas.openxmlformats.org/officeDocument/2006/relationships/tags" Target="../tags/tag16.xml"/><Relationship Id="rId4" Type="http://schemas.openxmlformats.org/officeDocument/2006/relationships/tags" Target="../tags/tag15.xml"/><Relationship Id="rId9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19.xml"/><Relationship Id="rId7" Type="http://schemas.openxmlformats.org/officeDocument/2006/relationships/image" Target="../media/image1.png"/><Relationship Id="rId2" Type="http://schemas.openxmlformats.org/officeDocument/2006/relationships/tags" Target="../tags/tag18.xml"/><Relationship Id="rId1" Type="http://schemas.openxmlformats.org/officeDocument/2006/relationships/tags" Target="../tags/tag17.xml"/><Relationship Id="rId6" Type="http://schemas.openxmlformats.org/officeDocument/2006/relationships/slideLayout" Target="../slideLayouts/slideLayout1.xml"/><Relationship Id="rId5" Type="http://schemas.openxmlformats.org/officeDocument/2006/relationships/tags" Target="../tags/tag21.xml"/><Relationship Id="rId4" Type="http://schemas.openxmlformats.org/officeDocument/2006/relationships/tags" Target="../tags/tag20.xml"/><Relationship Id="rId9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24.xml"/><Relationship Id="rId7" Type="http://schemas.openxmlformats.org/officeDocument/2006/relationships/image" Target="../media/image1.png"/><Relationship Id="rId2" Type="http://schemas.openxmlformats.org/officeDocument/2006/relationships/tags" Target="../tags/tag23.xml"/><Relationship Id="rId1" Type="http://schemas.openxmlformats.org/officeDocument/2006/relationships/tags" Target="../tags/tag22.xml"/><Relationship Id="rId6" Type="http://schemas.openxmlformats.org/officeDocument/2006/relationships/slideLayout" Target="../slideLayouts/slideLayout1.xml"/><Relationship Id="rId5" Type="http://schemas.openxmlformats.org/officeDocument/2006/relationships/tags" Target="../tags/tag26.xml"/><Relationship Id="rId4" Type="http://schemas.openxmlformats.org/officeDocument/2006/relationships/tags" Target="../tags/tag25.xml"/><Relationship Id="rId9" Type="http://schemas.microsoft.com/office/2007/relationships/hdphoto" Target="../media/hdphoto1.wdp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29.xml"/><Relationship Id="rId7" Type="http://schemas.openxmlformats.org/officeDocument/2006/relationships/image" Target="../media/image1.png"/><Relationship Id="rId2" Type="http://schemas.openxmlformats.org/officeDocument/2006/relationships/tags" Target="../tags/tag28.xml"/><Relationship Id="rId1" Type="http://schemas.openxmlformats.org/officeDocument/2006/relationships/tags" Target="../tags/tag27.xml"/><Relationship Id="rId6" Type="http://schemas.openxmlformats.org/officeDocument/2006/relationships/slideLayout" Target="../slideLayouts/slideLayout1.xml"/><Relationship Id="rId5" Type="http://schemas.openxmlformats.org/officeDocument/2006/relationships/tags" Target="../tags/tag31.xml"/><Relationship Id="rId4" Type="http://schemas.openxmlformats.org/officeDocument/2006/relationships/tags" Target="../tags/tag30.xml"/><Relationship Id="rId9" Type="http://schemas.microsoft.com/office/2007/relationships/hdphoto" Target="../media/hdphoto1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BF624571-5B69-8D51-8F23-6C0CF6AD167E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3"/>
          <a:srcRect l="4895" t="76969" r="8598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07426E59-D40B-926A-1115-4D5110CA22AF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211754" y="1262999"/>
            <a:ext cx="1145098" cy="1187505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6305C78-6DB1-69C2-95E9-85A81E0E297C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484672" y="1385356"/>
            <a:ext cx="10202504" cy="9427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3000" dirty="0">
                <a:latin typeface="Pixel Operator 8" panose="02000503000000000000" pitchFamily="2" charset="0"/>
              </a:rPr>
              <a:t>White </a:t>
            </a:r>
            <a:r>
              <a:rPr lang="fr-CA" sz="3000" dirty="0" err="1">
                <a:latin typeface="Pixel Operator 8" panose="02000503000000000000" pitchFamily="2" charset="0"/>
              </a:rPr>
              <a:t>bullets</a:t>
            </a:r>
            <a:r>
              <a:rPr lang="fr-CA" sz="3000" dirty="0">
                <a:latin typeface="Pixel Operator 8" panose="02000503000000000000" pitchFamily="2" charset="0"/>
              </a:rPr>
              <a:t> deal one damage and are the </a:t>
            </a:r>
            <a:r>
              <a:rPr lang="fr-CA" sz="3000" dirty="0" err="1">
                <a:latin typeface="Pixel Operator 8" panose="02000503000000000000" pitchFamily="2" charset="0"/>
              </a:rPr>
              <a:t>most</a:t>
            </a:r>
            <a:r>
              <a:rPr lang="fr-CA" sz="3000" dirty="0">
                <a:latin typeface="Pixel Operator 8" panose="02000503000000000000" pitchFamily="2" charset="0"/>
              </a:rPr>
              <a:t> </a:t>
            </a:r>
            <a:r>
              <a:rPr lang="fr-CA" sz="3000" dirty="0" err="1">
                <a:latin typeface="Pixel Operator 8" panose="02000503000000000000" pitchFamily="2" charset="0"/>
              </a:rPr>
              <a:t>common</a:t>
            </a:r>
            <a:r>
              <a:rPr lang="fr-CA" sz="3000" dirty="0">
                <a:latin typeface="Pixel Operator 8" panose="02000503000000000000" pitchFamily="2" charset="0"/>
              </a:rPr>
              <a:t> types of </a:t>
            </a:r>
            <a:r>
              <a:rPr lang="fr-CA" sz="3000" dirty="0" err="1">
                <a:latin typeface="Pixel Operator 8" panose="02000503000000000000" pitchFamily="2" charset="0"/>
              </a:rPr>
              <a:t>bullets</a:t>
            </a:r>
            <a:r>
              <a:rPr lang="fr-CA" sz="3000" dirty="0">
                <a:latin typeface="Pixel Operator 8" panose="02000503000000000000" pitchFamily="2" charset="0"/>
              </a:rPr>
              <a:t>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DC584F0-A522-5180-B679-465ED3555FD4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1356852" y="2659625"/>
            <a:ext cx="10707329" cy="9427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3000" dirty="0">
                <a:latin typeface="Pixel Operator 8" panose="02000503000000000000" pitchFamily="2" charset="0"/>
              </a:rPr>
              <a:t>Blue </a:t>
            </a:r>
            <a:r>
              <a:rPr lang="fr-CA" sz="3000" dirty="0" err="1">
                <a:latin typeface="Pixel Operator 8" panose="02000503000000000000" pitchFamily="2" charset="0"/>
              </a:rPr>
              <a:t>bullets</a:t>
            </a:r>
            <a:r>
              <a:rPr lang="fr-CA" sz="3000" dirty="0">
                <a:latin typeface="Pixel Operator 8" panose="02000503000000000000" pitchFamily="2" charset="0"/>
              </a:rPr>
              <a:t> deal one damage </a:t>
            </a:r>
            <a:r>
              <a:rPr lang="fr-CA" sz="3000" dirty="0" err="1">
                <a:latin typeface="Pixel Operator 8" panose="02000503000000000000" pitchFamily="2" charset="0"/>
              </a:rPr>
              <a:t>when</a:t>
            </a:r>
            <a:r>
              <a:rPr lang="fr-CA" sz="3000" dirty="0">
                <a:latin typeface="Pixel Operator 8" panose="02000503000000000000" pitchFamily="2" charset="0"/>
              </a:rPr>
              <a:t> the </a:t>
            </a:r>
            <a:r>
              <a:rPr lang="fr-CA" sz="3000" dirty="0" err="1">
                <a:latin typeface="Pixel Operator 8" panose="02000503000000000000" pitchFamily="2" charset="0"/>
              </a:rPr>
              <a:t>player</a:t>
            </a:r>
            <a:r>
              <a:rPr lang="fr-CA" sz="3000" dirty="0">
                <a:latin typeface="Pixel Operator 8" panose="02000503000000000000" pitchFamily="2" charset="0"/>
              </a:rPr>
              <a:t> </a:t>
            </a:r>
            <a:r>
              <a:rPr lang="fr-CA" sz="3000" dirty="0" err="1">
                <a:latin typeface="Pixel Operator 8" panose="02000503000000000000" pitchFamily="2" charset="0"/>
              </a:rPr>
              <a:t>is</a:t>
            </a:r>
            <a:r>
              <a:rPr lang="fr-CA" sz="3000" dirty="0">
                <a:latin typeface="Pixel Operator 8" panose="02000503000000000000" pitchFamily="2" charset="0"/>
              </a:rPr>
              <a:t> </a:t>
            </a:r>
            <a:r>
              <a:rPr lang="fr-CA" sz="3000" dirty="0" err="1">
                <a:latin typeface="Pixel Operator 8" panose="02000503000000000000" pitchFamily="2" charset="0"/>
              </a:rPr>
              <a:t>moving</a:t>
            </a:r>
            <a:r>
              <a:rPr lang="fr-CA" sz="3000" dirty="0">
                <a:latin typeface="Pixel Operator 8" panose="02000503000000000000" pitchFamily="2" charset="0"/>
              </a:rPr>
              <a:t>.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44DD4E21-734C-42F9-F715-3CDFA3EA48D9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5"/>
          <a:stretch>
            <a:fillRect/>
          </a:stretch>
        </p:blipFill>
        <p:spPr>
          <a:xfrm>
            <a:off x="275663" y="2542141"/>
            <a:ext cx="1145097" cy="1060276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B0EB1E7E-BF37-4916-860E-BF518B299911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16"/>
          <a:stretch>
            <a:fillRect/>
          </a:stretch>
        </p:blipFill>
        <p:spPr>
          <a:xfrm>
            <a:off x="142930" y="3694450"/>
            <a:ext cx="1272917" cy="1060766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1D91EC2F-53B9-7DC8-69C1-085A15E31EDC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1420760" y="3816020"/>
            <a:ext cx="10707329" cy="9427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3000" dirty="0">
                <a:latin typeface="Pixel Operator 8" panose="02000503000000000000" pitchFamily="2" charset="0"/>
              </a:rPr>
              <a:t>Orange </a:t>
            </a:r>
            <a:r>
              <a:rPr lang="fr-CA" sz="3000" dirty="0" err="1">
                <a:latin typeface="Pixel Operator 8" panose="02000503000000000000" pitchFamily="2" charset="0"/>
              </a:rPr>
              <a:t>bullets</a:t>
            </a:r>
            <a:r>
              <a:rPr lang="fr-CA" sz="3000" dirty="0">
                <a:latin typeface="Pixel Operator 8" panose="02000503000000000000" pitchFamily="2" charset="0"/>
              </a:rPr>
              <a:t> deals one damage </a:t>
            </a:r>
            <a:r>
              <a:rPr lang="fr-CA" sz="3000" dirty="0" err="1">
                <a:latin typeface="Pixel Operator 8" panose="02000503000000000000" pitchFamily="2" charset="0"/>
              </a:rPr>
              <a:t>when</a:t>
            </a:r>
            <a:r>
              <a:rPr lang="fr-CA" sz="3000" dirty="0">
                <a:latin typeface="Pixel Operator 8" panose="02000503000000000000" pitchFamily="2" charset="0"/>
              </a:rPr>
              <a:t> the </a:t>
            </a:r>
            <a:r>
              <a:rPr lang="fr-CA" sz="3000" dirty="0" err="1">
                <a:latin typeface="Pixel Operator 8" panose="02000503000000000000" pitchFamily="2" charset="0"/>
              </a:rPr>
              <a:t>player</a:t>
            </a:r>
            <a:r>
              <a:rPr lang="fr-CA" sz="3000" dirty="0">
                <a:latin typeface="Pixel Operator 8" panose="02000503000000000000" pitchFamily="2" charset="0"/>
              </a:rPr>
              <a:t> </a:t>
            </a:r>
            <a:r>
              <a:rPr lang="fr-CA" sz="3000" dirty="0" err="1">
                <a:latin typeface="Pixel Operator 8" panose="02000503000000000000" pitchFamily="2" charset="0"/>
              </a:rPr>
              <a:t>isn’t</a:t>
            </a:r>
            <a:r>
              <a:rPr lang="fr-CA" sz="3000" dirty="0">
                <a:latin typeface="Pixel Operator 8" panose="02000503000000000000" pitchFamily="2" charset="0"/>
              </a:rPr>
              <a:t> </a:t>
            </a:r>
            <a:r>
              <a:rPr lang="fr-CA" sz="3000" dirty="0" err="1">
                <a:latin typeface="Pixel Operator 8" panose="02000503000000000000" pitchFamily="2" charset="0"/>
              </a:rPr>
              <a:t>moving</a:t>
            </a:r>
            <a:r>
              <a:rPr lang="fr-CA" sz="3000" dirty="0">
                <a:latin typeface="Pixel Operator 8" panose="02000503000000000000" pitchFamily="2" charset="0"/>
              </a:rPr>
              <a:t>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EB93E78-57C3-3AD0-3448-63BF086D988B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1160204" y="5163146"/>
            <a:ext cx="10707329" cy="9427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3000" dirty="0">
                <a:latin typeface="Pixel Operator 8" panose="02000503000000000000" pitchFamily="2" charset="0"/>
              </a:rPr>
              <a:t>Green </a:t>
            </a:r>
            <a:r>
              <a:rPr lang="fr-CA" sz="3000" dirty="0" err="1">
                <a:latin typeface="Pixel Operator 8" panose="02000503000000000000" pitchFamily="2" charset="0"/>
              </a:rPr>
              <a:t>bullets</a:t>
            </a:r>
            <a:r>
              <a:rPr lang="fr-CA" sz="3000" dirty="0">
                <a:latin typeface="Pixel Operator 8" panose="02000503000000000000" pitchFamily="2" charset="0"/>
              </a:rPr>
              <a:t> </a:t>
            </a:r>
            <a:r>
              <a:rPr lang="fr-CA" sz="3000" dirty="0" err="1">
                <a:latin typeface="Pixel Operator 8" panose="02000503000000000000" pitchFamily="2" charset="0"/>
              </a:rPr>
              <a:t>heal</a:t>
            </a:r>
            <a:r>
              <a:rPr lang="fr-CA" sz="3000" dirty="0">
                <a:latin typeface="Pixel Operator 8" panose="02000503000000000000" pitchFamily="2" charset="0"/>
              </a:rPr>
              <a:t> one </a:t>
            </a:r>
            <a:r>
              <a:rPr lang="fr-CA" sz="3000" dirty="0" err="1">
                <a:latin typeface="Pixel Operator 8" panose="02000503000000000000" pitchFamily="2" charset="0"/>
              </a:rPr>
              <a:t>hp</a:t>
            </a:r>
            <a:r>
              <a:rPr lang="fr-CA" sz="3000" dirty="0">
                <a:latin typeface="Pixel Operator 8" panose="02000503000000000000" pitchFamily="2" charset="0"/>
              </a:rPr>
              <a:t> </a:t>
            </a:r>
            <a:r>
              <a:rPr lang="fr-CA" sz="3000" dirty="0" err="1">
                <a:latin typeface="Pixel Operator 8" panose="02000503000000000000" pitchFamily="2" charset="0"/>
              </a:rPr>
              <a:t>when</a:t>
            </a:r>
            <a:r>
              <a:rPr lang="fr-CA" sz="3000" dirty="0">
                <a:latin typeface="Pixel Operator 8" panose="02000503000000000000" pitchFamily="2" charset="0"/>
              </a:rPr>
              <a:t> the </a:t>
            </a:r>
            <a:r>
              <a:rPr lang="fr-CA" sz="3000" dirty="0" err="1">
                <a:latin typeface="Pixel Operator 8" panose="02000503000000000000" pitchFamily="2" charset="0"/>
              </a:rPr>
              <a:t>player</a:t>
            </a:r>
            <a:r>
              <a:rPr lang="fr-CA" sz="3000" dirty="0">
                <a:latin typeface="Pixel Operator 8" panose="02000503000000000000" pitchFamily="2" charset="0"/>
              </a:rPr>
              <a:t> </a:t>
            </a:r>
            <a:r>
              <a:rPr lang="fr-CA" sz="3000" dirty="0" err="1">
                <a:latin typeface="Pixel Operator 8" panose="02000503000000000000" pitchFamily="2" charset="0"/>
              </a:rPr>
              <a:t>is</a:t>
            </a:r>
            <a:r>
              <a:rPr lang="fr-CA" sz="3000" dirty="0">
                <a:latin typeface="Pixel Operator 8" panose="02000503000000000000" pitchFamily="2" charset="0"/>
              </a:rPr>
              <a:t> </a:t>
            </a:r>
            <a:r>
              <a:rPr lang="fr-CA" sz="3000" dirty="0" err="1">
                <a:latin typeface="Pixel Operator 8" panose="02000503000000000000" pitchFamily="2" charset="0"/>
              </a:rPr>
              <a:t>touching</a:t>
            </a:r>
            <a:r>
              <a:rPr lang="fr-CA" sz="3000" dirty="0">
                <a:latin typeface="Pixel Operator 8" panose="02000503000000000000" pitchFamily="2" charset="0"/>
              </a:rPr>
              <a:t> </a:t>
            </a:r>
            <a:r>
              <a:rPr lang="fr-CA" sz="3000" dirty="0" err="1">
                <a:latin typeface="Pixel Operator 8" panose="02000503000000000000" pitchFamily="2" charset="0"/>
              </a:rPr>
              <a:t>them</a:t>
            </a:r>
            <a:r>
              <a:rPr lang="fr-CA" sz="3000" dirty="0">
                <a:latin typeface="Pixel Operator 8" panose="02000503000000000000" pitchFamily="2" charset="0"/>
              </a:rPr>
              <a:t>.</a:t>
            </a:r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1A1DFEB8-9C71-A3F8-16B3-915D98061EB9}"/>
              </a:ext>
            </a:extLst>
          </p:cNvPr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7"/>
          <a:stretch>
            <a:fillRect/>
          </a:stretch>
        </p:blipFill>
        <p:spPr>
          <a:xfrm>
            <a:off x="231233" y="4992645"/>
            <a:ext cx="1209008" cy="102301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76EB931F-7F12-023B-3DB7-8713BAA658BC}"/>
              </a:ext>
            </a:extLst>
          </p:cNvPr>
          <p:cNvSpPr/>
          <p:nvPr>
            <p:custDataLst>
              <p:tags r:id="rId10"/>
            </p:custDataLst>
          </p:nvPr>
        </p:nvSpPr>
        <p:spPr>
          <a:xfrm>
            <a:off x="245806" y="403123"/>
            <a:ext cx="11759381" cy="619432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33DB0472-2E07-81DC-B198-3462B28D4697}"/>
              </a:ext>
            </a:extLst>
          </p:cNvPr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3"/>
          <a:srcRect l="4895" r="4092"/>
          <a:stretch>
            <a:fillRect/>
          </a:stretch>
        </p:blipFill>
        <p:spPr>
          <a:xfrm>
            <a:off x="3864077" y="0"/>
            <a:ext cx="4463845" cy="1053879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7FEF68F1-1380-1CD3-D898-287099ADDA80}"/>
              </a:ext>
            </a:extLst>
          </p:cNvPr>
          <p:cNvPicPr>
            <a:picLocks noChangeAspect="1"/>
          </p:cNvPicPr>
          <p:nvPr/>
        </p:nvPicPr>
        <p:blipFill>
          <a:blip r:embed="rId18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1287" t="17358" r="73201" b="14299"/>
          <a:stretch>
            <a:fillRect/>
          </a:stretch>
        </p:blipFill>
        <p:spPr>
          <a:xfrm rot="10800000">
            <a:off x="11433373" y="6098266"/>
            <a:ext cx="758627" cy="759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43561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B697C-39AB-850F-C6FD-9D089FF2EA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882FCF81-9A70-DDCB-5331-2ED41F6913C6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rcRect l="4895" t="76969" r="8598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B00E312-2795-1EFB-0403-22FC113D51EB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742334" y="986817"/>
            <a:ext cx="10707329" cy="9427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3000" dirty="0">
                <a:latin typeface="Pixel Operator 8" panose="02000503000000000000" pitchFamily="2" charset="0"/>
              </a:rPr>
              <a:t>Tips 1 :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6488CA0-7038-7AEC-4B60-FF26A09FB4EB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742333" y="3190567"/>
            <a:ext cx="10707329" cy="9427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3000" dirty="0">
                <a:latin typeface="Pixel Operator 8" panose="02000503000000000000" pitchFamily="2" charset="0"/>
              </a:rPr>
              <a:t>Stay close to the middle of the screen to have more time to </a:t>
            </a:r>
            <a:r>
              <a:rPr lang="fr-CA" sz="3000" dirty="0" err="1">
                <a:latin typeface="Pixel Operator 8" panose="02000503000000000000" pitchFamily="2" charset="0"/>
              </a:rPr>
              <a:t>see</a:t>
            </a:r>
            <a:r>
              <a:rPr lang="fr-CA" sz="3000" dirty="0">
                <a:latin typeface="Pixel Operator 8" panose="02000503000000000000" pitchFamily="2" charset="0"/>
              </a:rPr>
              <a:t> the </a:t>
            </a:r>
            <a:r>
              <a:rPr lang="fr-CA" sz="3000" dirty="0" err="1">
                <a:latin typeface="Pixel Operator 8" panose="02000503000000000000" pitchFamily="2" charset="0"/>
              </a:rPr>
              <a:t>attacks</a:t>
            </a:r>
            <a:r>
              <a:rPr lang="fr-CA" sz="3000" dirty="0">
                <a:latin typeface="Pixel Operator 8" panose="02000503000000000000" pitchFamily="2" charset="0"/>
              </a:rPr>
              <a:t> </a:t>
            </a:r>
            <a:r>
              <a:rPr lang="fr-CA" sz="3000" dirty="0" err="1">
                <a:latin typeface="Pixel Operator 8" panose="02000503000000000000" pitchFamily="2" charset="0"/>
              </a:rPr>
              <a:t>arriving</a:t>
            </a:r>
            <a:r>
              <a:rPr lang="fr-CA" sz="3000" dirty="0">
                <a:latin typeface="Pixel Operator 8" panose="02000503000000000000" pitchFamily="2" charset="0"/>
              </a:rPr>
              <a:t>!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091D876-4365-7040-D074-7F6DEB2A29E6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245806" y="403123"/>
            <a:ext cx="11759381" cy="619432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752F1AD9-3C1F-4843-667B-48DED910E140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7"/>
          <a:srcRect l="4895" r="4092"/>
          <a:stretch>
            <a:fillRect/>
          </a:stretch>
        </p:blipFill>
        <p:spPr>
          <a:xfrm>
            <a:off x="3864077" y="0"/>
            <a:ext cx="4463845" cy="1053879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5CA3B1E5-CFC5-A431-47B9-586221BF6312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1287" t="17358" r="73201" b="14299"/>
          <a:stretch>
            <a:fillRect/>
          </a:stretch>
        </p:blipFill>
        <p:spPr>
          <a:xfrm>
            <a:off x="0" y="6098266"/>
            <a:ext cx="758627" cy="759734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AC8A5FB9-EB99-410D-2652-F83543530159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1287" t="17358" r="73201" b="14299"/>
          <a:stretch>
            <a:fillRect/>
          </a:stretch>
        </p:blipFill>
        <p:spPr>
          <a:xfrm rot="10800000">
            <a:off x="11433373" y="6098266"/>
            <a:ext cx="758627" cy="759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58116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1390D-18D8-204F-ED24-F440AB24D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57A815CE-CC26-AF91-5CEC-41A58F416A7B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rcRect l="4895" t="76969" r="8598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8995796A-F1C0-568E-61A9-7CE31CF4A7BA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742334" y="986817"/>
            <a:ext cx="10707329" cy="9427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3000" dirty="0">
                <a:latin typeface="Pixel Operator 8" panose="02000503000000000000" pitchFamily="2" charset="0"/>
              </a:rPr>
              <a:t>Tips 2 :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DB3E79E-DDB5-AAAC-45A5-E9F9A1751AFD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742333" y="3190567"/>
            <a:ext cx="10707329" cy="9427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3000" dirty="0">
                <a:latin typeface="Pixel Operator 8" panose="02000503000000000000" pitchFamily="2" charset="0"/>
              </a:rPr>
              <a:t>Try to </a:t>
            </a:r>
            <a:r>
              <a:rPr lang="fr-CA" sz="3000" dirty="0" err="1">
                <a:latin typeface="Pixel Operator 8" panose="02000503000000000000" pitchFamily="2" charset="0"/>
              </a:rPr>
              <a:t>collect</a:t>
            </a:r>
            <a:r>
              <a:rPr lang="fr-CA" sz="3000" dirty="0">
                <a:latin typeface="Pixel Operator 8" panose="02000503000000000000" pitchFamily="2" charset="0"/>
              </a:rPr>
              <a:t> the </a:t>
            </a:r>
            <a:r>
              <a:rPr lang="fr-CA" sz="3000" dirty="0" err="1">
                <a:latin typeface="Pixel Operator 8" panose="02000503000000000000" pitchFamily="2" charset="0"/>
              </a:rPr>
              <a:t>most</a:t>
            </a:r>
            <a:r>
              <a:rPr lang="fr-CA" sz="3000" dirty="0">
                <a:latin typeface="Pixel Operator 8" panose="02000503000000000000" pitchFamily="2" charset="0"/>
              </a:rPr>
              <a:t> </a:t>
            </a:r>
            <a:r>
              <a:rPr lang="fr-CA" sz="3000" dirty="0" err="1">
                <a:latin typeface="Pixel Operator 8" panose="02000503000000000000" pitchFamily="2" charset="0"/>
              </a:rPr>
              <a:t>amount</a:t>
            </a:r>
            <a:r>
              <a:rPr lang="fr-CA" sz="3000" dirty="0">
                <a:latin typeface="Pixel Operator 8" panose="02000503000000000000" pitchFamily="2" charset="0"/>
              </a:rPr>
              <a:t> of green </a:t>
            </a:r>
            <a:r>
              <a:rPr lang="fr-CA" sz="3000" dirty="0" err="1">
                <a:latin typeface="Pixel Operator 8" panose="02000503000000000000" pitchFamily="2" charset="0"/>
              </a:rPr>
              <a:t>bullets</a:t>
            </a:r>
            <a:r>
              <a:rPr lang="fr-CA" sz="3000" dirty="0">
                <a:latin typeface="Pixel Operator 8" panose="02000503000000000000" pitchFamily="2" charset="0"/>
              </a:rPr>
              <a:t>! You </a:t>
            </a:r>
            <a:r>
              <a:rPr lang="fr-CA" sz="3000" dirty="0" err="1">
                <a:latin typeface="Pixel Operator 8" panose="02000503000000000000" pitchFamily="2" charset="0"/>
              </a:rPr>
              <a:t>never</a:t>
            </a:r>
            <a:r>
              <a:rPr lang="fr-CA" sz="3000" dirty="0">
                <a:latin typeface="Pixel Operator 8" panose="02000503000000000000" pitchFamily="2" charset="0"/>
              </a:rPr>
              <a:t> know </a:t>
            </a:r>
            <a:r>
              <a:rPr lang="fr-CA" sz="3000" dirty="0" err="1">
                <a:latin typeface="Pixel Operator 8" panose="02000503000000000000" pitchFamily="2" charset="0"/>
              </a:rPr>
              <a:t>when</a:t>
            </a:r>
            <a:r>
              <a:rPr lang="fr-CA" sz="3000" dirty="0">
                <a:latin typeface="Pixel Operator 8" panose="02000503000000000000" pitchFamily="2" charset="0"/>
              </a:rPr>
              <a:t> </a:t>
            </a:r>
            <a:r>
              <a:rPr lang="fr-CA" sz="3000" dirty="0" err="1">
                <a:latin typeface="Pixel Operator 8" panose="02000503000000000000" pitchFamily="2" charset="0"/>
              </a:rPr>
              <a:t>you</a:t>
            </a:r>
            <a:r>
              <a:rPr lang="fr-CA" sz="3000" dirty="0">
                <a:latin typeface="Pixel Operator 8" panose="02000503000000000000" pitchFamily="2" charset="0"/>
              </a:rPr>
              <a:t> </a:t>
            </a:r>
            <a:r>
              <a:rPr lang="fr-CA" sz="3000" dirty="0" err="1">
                <a:latin typeface="Pixel Operator 8" panose="02000503000000000000" pitchFamily="2" charset="0"/>
              </a:rPr>
              <a:t>will</a:t>
            </a:r>
            <a:r>
              <a:rPr lang="fr-CA" sz="3000" dirty="0">
                <a:latin typeface="Pixel Operator 8" panose="02000503000000000000" pitchFamily="2" charset="0"/>
              </a:rPr>
              <a:t> </a:t>
            </a:r>
            <a:r>
              <a:rPr lang="fr-CA" sz="3000" dirty="0" err="1">
                <a:latin typeface="Pixel Operator 8" panose="02000503000000000000" pitchFamily="2" charset="0"/>
              </a:rPr>
              <a:t>need</a:t>
            </a:r>
            <a:r>
              <a:rPr lang="fr-CA" sz="3000" dirty="0">
                <a:latin typeface="Pixel Operator 8" panose="02000503000000000000" pitchFamily="2" charset="0"/>
              </a:rPr>
              <a:t> </a:t>
            </a:r>
            <a:r>
              <a:rPr lang="fr-CA" sz="3000" dirty="0" err="1">
                <a:latin typeface="Pixel Operator 8" panose="02000503000000000000" pitchFamily="2" charset="0"/>
              </a:rPr>
              <a:t>it!</a:t>
            </a:r>
            <a:endParaRPr lang="fr-CA" sz="3000" dirty="0">
              <a:latin typeface="Pixel Operator 8" panose="02000503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91BB52C-CD5C-2255-639D-6E9991FFA23D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245806" y="403123"/>
            <a:ext cx="11759381" cy="619432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E09458E1-7BBE-9BD7-7341-6414599EF611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7"/>
          <a:srcRect l="4895" r="4092"/>
          <a:stretch>
            <a:fillRect/>
          </a:stretch>
        </p:blipFill>
        <p:spPr>
          <a:xfrm>
            <a:off x="3864077" y="0"/>
            <a:ext cx="4463845" cy="1053879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833F7461-9F21-8020-1E1B-DC70A85E84BE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1287" t="17358" r="73201" b="14299"/>
          <a:stretch>
            <a:fillRect/>
          </a:stretch>
        </p:blipFill>
        <p:spPr>
          <a:xfrm>
            <a:off x="0" y="6098266"/>
            <a:ext cx="758627" cy="759734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CEF182DA-2B88-0611-C71F-FBEE6473C296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1287" t="17358" r="73201" b="14299"/>
          <a:stretch>
            <a:fillRect/>
          </a:stretch>
        </p:blipFill>
        <p:spPr>
          <a:xfrm rot="10800000">
            <a:off x="11433373" y="6098266"/>
            <a:ext cx="758627" cy="759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3618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291E6F-936F-C50D-5607-1ED8BF96E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1C178F77-15CC-6213-FB0A-628F039A828D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rcRect l="4895" t="76969" r="8598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29D7E821-FB24-1053-968C-C1BB81B79C12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742334" y="986817"/>
            <a:ext cx="10707329" cy="9427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3000" dirty="0">
                <a:latin typeface="Pixel Operator 8" panose="02000503000000000000" pitchFamily="2" charset="0"/>
              </a:rPr>
              <a:t>Tips 3 :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87B0425-3291-A45A-6D34-C428D20876CD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742333" y="3190567"/>
            <a:ext cx="10707329" cy="9427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3000" dirty="0">
                <a:latin typeface="Pixel Operator 8" panose="02000503000000000000" pitchFamily="2" charset="0"/>
              </a:rPr>
              <a:t>Don’t die!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35BEF50-F036-1CC2-0E4B-1FE7AE39D074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245806" y="403123"/>
            <a:ext cx="11759381" cy="619432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0AA2A07E-182A-7B20-6067-7ABAD6DE6A3D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7"/>
          <a:srcRect l="4895" r="4092"/>
          <a:stretch>
            <a:fillRect/>
          </a:stretch>
        </p:blipFill>
        <p:spPr>
          <a:xfrm>
            <a:off x="3864077" y="0"/>
            <a:ext cx="4463845" cy="1053879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0D0492BC-A164-CEE9-7FDF-5FAA8C767E98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1287" t="17358" r="73201" b="14299"/>
          <a:stretch>
            <a:fillRect/>
          </a:stretch>
        </p:blipFill>
        <p:spPr>
          <a:xfrm>
            <a:off x="0" y="6098266"/>
            <a:ext cx="758627" cy="759734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6B4C67AE-EF19-5421-E639-791FC4BC4384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1287" t="17358" r="73201" b="14299"/>
          <a:stretch>
            <a:fillRect/>
          </a:stretch>
        </p:blipFill>
        <p:spPr>
          <a:xfrm rot="10800000">
            <a:off x="11433373" y="6098266"/>
            <a:ext cx="758627" cy="759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16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7B2E2-4950-183C-6983-FDF58272E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52645CC1-EB29-566D-D877-2807E5670FAA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rcRect l="4895" t="76969" r="8598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C64A7FB-0409-A059-DFEF-EB6CFFFE521A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742334" y="986817"/>
            <a:ext cx="10707329" cy="9427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3000" dirty="0">
                <a:latin typeface="Pixel Operator 8" panose="02000503000000000000" pitchFamily="2" charset="0"/>
              </a:rPr>
              <a:t>Tips 4 :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F3C79D1-6A64-236B-50A9-7B4400A8A9E3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742333" y="3190567"/>
            <a:ext cx="10707329" cy="9427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3000" dirty="0">
                <a:latin typeface="Pixel Operator 8" panose="02000503000000000000" pitchFamily="2" charset="0"/>
              </a:rPr>
              <a:t>Have fun!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CBFC61A-C578-CF40-EC39-9A1F80DAB451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245806" y="403123"/>
            <a:ext cx="11759381" cy="619432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D87CA475-BA23-6115-A8A3-F467B24BE35D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7"/>
          <a:srcRect l="4895" r="4092"/>
          <a:stretch>
            <a:fillRect/>
          </a:stretch>
        </p:blipFill>
        <p:spPr>
          <a:xfrm>
            <a:off x="3864077" y="0"/>
            <a:ext cx="4463845" cy="1053879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F8326669-0691-0B5D-AE82-CF3D92B1F73D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1287" t="17358" r="73201" b="14299"/>
          <a:stretch>
            <a:fillRect/>
          </a:stretch>
        </p:blipFill>
        <p:spPr>
          <a:xfrm>
            <a:off x="0" y="6098266"/>
            <a:ext cx="758627" cy="759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110554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6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7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8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9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0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103</Words>
  <Application>Microsoft Office PowerPoint</Application>
  <PresentationFormat>Grand écran</PresentationFormat>
  <Paragraphs>12</Paragraphs>
  <Slides>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Pixel Operator 8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Provencher, Alexis</dc:creator>
  <cp:lastModifiedBy>Provencher, Alexis</cp:lastModifiedBy>
  <cp:revision>12</cp:revision>
  <dcterms:created xsi:type="dcterms:W3CDTF">2026-05-05T12:39:54Z</dcterms:created>
  <dcterms:modified xsi:type="dcterms:W3CDTF">2026-05-05T13:25:53Z</dcterms:modified>
</cp:coreProperties>
</file>