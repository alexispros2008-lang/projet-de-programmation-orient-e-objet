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2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3.xml" ContentType="application/vnd.openxmlformats-officedocument.presentationml.notesSlide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4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5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notesSlides/notesSlide6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notesSlides/notesSlide7.xml" ContentType="application/vnd.openxmlformats-officedocument.presentationml.notesSlid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8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9.xml" ContentType="application/vnd.openxmlformats-officedocument.presentationml.notesSlide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9" r:id="rId3"/>
    <p:sldId id="265" r:id="rId4"/>
    <p:sldId id="270" r:id="rId5"/>
    <p:sldId id="272" r:id="rId6"/>
    <p:sldId id="268" r:id="rId7"/>
    <p:sldId id="274" r:id="rId8"/>
    <p:sldId id="267" r:id="rId9"/>
    <p:sldId id="266" r:id="rId10"/>
    <p:sldId id="273" r:id="rId11"/>
    <p:sldId id="263" r:id="rId12"/>
    <p:sldId id="271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8E849E-91B6-4381-BE0F-A98210DE5F15}" v="559" dt="2026-05-07T14:11:13.442"/>
    <p1510:client id="{7177E366-E0F3-424F-9CA9-66AA42B7DAC1}" v="175" dt="2026-05-07T15:26:36.7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58D600-DAED-41A3-BBAD-B3A821407038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F5C23-74FF-4D96-A9A6-9BDE17B3CC18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8528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F0803-5277-EBDA-4539-168182BEC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7ED371C-856A-CA25-75F7-A82DC7F773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87D50D7-297F-DA48-CF34-EB6501C41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F47FB81-04E9-50A4-7D8C-6AEA9E21E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2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87543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01042-3A65-6AAB-C832-9E22AD85B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220F407-EFC1-AC8B-B8B9-9D4062A44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40B51C-83C9-A9D5-0AFB-573FC5125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B77001C-EDF0-EB07-D178-9D48F2456E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3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0299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314E0-9A3B-1912-481D-356463CDC0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ECF178C-DEE3-E957-98E1-71633EC37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63B6681-171F-15F1-95E2-AC6605F28B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1015C83-2F1D-0309-4DB9-E62594B433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4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14402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C3FCE-BE95-BDFE-CEAA-0A4D86FC4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15A4BC5-3CA5-E2C6-3172-3E07D1D72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5D1401C-A1BA-3CDF-2BE1-B21885BED5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36EEFE4-9A52-8352-4925-0D4E3CAE8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5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060176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9EA99-FCF4-2B82-2E42-C6A8E022A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0AE5A69-716F-3625-F051-79B30F59ED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2294E1E-60D6-0DDD-B5AE-27FD248C0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69FBA2-85CA-8539-DB1C-7B93FAE44A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6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39655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FA89B-5811-85BD-ACB8-BAD2E7E14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A74CA30-E319-3312-C521-17D2F2D509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9F909EA-15F3-3FCC-A03B-FEF78401C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7DD732C-41E2-1392-6EA9-DFAE4D3EB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7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854127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B63D5-EAAA-D172-0F1A-02AB0BF00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8AD74A1-963D-B46F-C807-678AE694E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CD87183-EA90-71E6-DF09-3C4D71B29E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D995605-973F-8C1B-1795-B70AA8C03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8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912087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5E44B-A274-98F8-21C6-67FE3609E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4DD34B0-714A-1D95-7B84-EC1B0763A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3F703F4-BDE8-42C0-877C-ACB072D95F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1B551B6-0FC0-41C8-8BDE-91A2E886B7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9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9045366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550F6-96E0-4054-0DB6-7B3E76C6C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19C10D-93FB-B76A-609A-91962794D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A332C07-9B3A-AAC6-DA8D-8C8361893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590E14E-F2E8-4389-ECA5-40EB7F163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AF5C23-74FF-4D96-A9A6-9BDE17B3CC18}" type="slidenum">
              <a:rPr lang="fr-CA" smtClean="0"/>
              <a:t>10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170685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23D46E-3735-5A56-50D6-EE370DA34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F0FE246-BFD4-FAE9-D9E7-0BC27E5E9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A89823-EDB5-E7CA-34C3-A7E8A070D2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6BBC0C6-A99E-BDE4-2299-38407E080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65AC241-BD8E-D162-2468-1DDEC40DF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164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0086DF-472E-4506-A1AB-7EF33C80A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446FA3-2D79-00B1-DF87-C00922BC50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CD8A84-11ED-8E3B-BBC0-12BFD4801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E8D7A3-2019-47B2-87B3-F6DA56752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349942-827F-B32A-AED8-0707523BF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96944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3D1A1A-595E-4F6C-1498-AA9743785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0C76B0-05E7-DE23-7F4A-BBFFC09D1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6A7544-FB9D-39F0-02F8-3D0EE037E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7DC7EAC-47A2-E962-C254-A6B1A0FD2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2090CA3-EE1B-ED4B-2E1B-25DD82969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207634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D3E2FA-D077-5EB1-8199-7E3725BDF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25CE92-3ACF-AC74-4644-23AE489043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49D9F5A-A084-BC71-0EA6-8B8219781A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B0722B8-BBFD-175D-190D-156AA59E4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5918E4-C3B8-01A7-7A9F-0A84C53E3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1B42BE-B1D4-79E6-B8B8-B0D5B08FE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1360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F68C57-A8CF-CA28-771B-538F9D58E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643F51-8B3C-1DA5-29CA-84D18B7888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BCB4A3B-86F1-E24C-AAC6-966B185859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25BE562-1033-F87D-CD51-E951F672A4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F6DFC6A-5DDB-8053-A3A9-EECAA20F7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AE4C4992-2BC2-9FC7-369B-2078CE99B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4085EB3-673E-981A-DE0F-8B17C4790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F21C3DB-AC37-D71E-22AD-8175BE85D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07595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BCBFB5B-FF8F-0993-BD1F-2A99423B1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040F85B-32FE-C081-A59C-8ADBDED178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F1CB8E1-7378-3969-73ED-0970836F5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334BCB9-9C95-11D8-2A40-98614BE14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453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65D50D-1D19-45C0-F94F-0BFB45920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A2EED61-16B7-AA83-B4D3-AEE7B91CA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3630DA-BB66-DD7C-8B0B-A5D440B4A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023272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ABF9B-3282-C55F-87CA-FDB9D15C31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03B5E9-9050-3F3E-D8E1-A83B7CC83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CF58218-7763-B4B0-1018-1A23715E9A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89C3119-29B8-CB75-59DA-0F7D0F2E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C4A79E6-1447-C619-92AD-5AB41D876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D4133C2-BEB1-BF69-DB8B-24CE22B07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426194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987147-FB22-B281-02BC-3CC5AF97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E73C790-875A-D638-D468-A9466B71E8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D816AEE-5D55-6A16-244F-2383115A7E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CAD3289-B7D2-F3F6-450D-436D2FC71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9F9B730-2F8E-F1D8-6C17-5CB7AB907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B651308-DC10-F1B0-6A8F-43BF9D9C2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45192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F2461-BD45-68D8-BD94-995D45EA0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7DD10B2-070C-EEE9-4232-4EB5B4DE35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AF6A2DE-EFA5-4F77-5300-2D794B47E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19635B-05C7-39EC-D392-6A11B2856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084C63-BCF5-E828-57E7-35B05413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163930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89221B3-5491-D1C5-598E-60E90A1C84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6D2C839-A819-4991-07AD-87C0A80A90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6070E2F-D61B-9812-7D59-9965FBBA0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F3B981D-B261-F077-4246-3EB53710A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9833834-A147-9E8D-8373-B01E609AC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101996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6E8BF4-6FD9-5CD4-17C6-79B480FBA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C6E5FB-3D45-F2BA-6488-66B1EBE35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7715EEC-81FD-4173-12EE-8101A977D8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80224B-D26D-4BBF-93A6-090E4F9F4A69}" type="datetimeFigureOut">
              <a:rPr lang="fr-CA" smtClean="0"/>
              <a:t>2026-05-08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37E7CD5-46DF-00BF-707C-2757ADB0BD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D7D7DF0-19E0-3D22-8948-BAF6906813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50EE18-1079-469E-8226-F75B7AF0F444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8244028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3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microsoft.com/office/2007/relationships/hdphoto" Target="../media/hdphoto1.wdp"/><Relationship Id="rId11" Type="http://schemas.openxmlformats.org/officeDocument/2006/relationships/image" Target="../media/image7.png"/><Relationship Id="rId5" Type="http://schemas.openxmlformats.org/officeDocument/2006/relationships/image" Target="../media/image2.png"/><Relationship Id="rId10" Type="http://schemas.openxmlformats.org/officeDocument/2006/relationships/image" Target="../media/image6.png"/><Relationship Id="rId4" Type="http://schemas.openxmlformats.org/officeDocument/2006/relationships/image" Target="../media/image1.pn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9.png"/><Relationship Id="rId3" Type="http://schemas.openxmlformats.org/officeDocument/2006/relationships/tags" Target="../tags/tag5.xml"/><Relationship Id="rId7" Type="http://schemas.openxmlformats.org/officeDocument/2006/relationships/notesSlide" Target="../notesSlides/notesSlide1.xml"/><Relationship Id="rId12" Type="http://schemas.openxmlformats.org/officeDocument/2006/relationships/image" Target="../media/image8.pn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slideLayout" Target="../slideLayouts/slideLayout1.xml"/><Relationship Id="rId11" Type="http://schemas.openxmlformats.org/officeDocument/2006/relationships/image" Target="../media/image3.png"/><Relationship Id="rId5" Type="http://schemas.openxmlformats.org/officeDocument/2006/relationships/tags" Target="../tags/tag7.xml"/><Relationship Id="rId10" Type="http://schemas.microsoft.com/office/2007/relationships/hdphoto" Target="../media/hdphoto1.wdp"/><Relationship Id="rId4" Type="http://schemas.openxmlformats.org/officeDocument/2006/relationships/tags" Target="../tags/tag6.xml"/><Relationship Id="rId9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tags" Target="../tags/tag10.xml"/><Relationship Id="rId7" Type="http://schemas.openxmlformats.org/officeDocument/2006/relationships/image" Target="../media/image2.png"/><Relationship Id="rId12" Type="http://schemas.openxmlformats.org/officeDocument/2006/relationships/image" Target="../media/image11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1.png"/><Relationship Id="rId11" Type="http://schemas.openxmlformats.org/officeDocument/2006/relationships/image" Target="../media/image10.png"/><Relationship Id="rId5" Type="http://schemas.openxmlformats.org/officeDocument/2006/relationships/notesSlide" Target="../notesSlides/notesSlide2.xml"/><Relationship Id="rId10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tags" Target="../tags/tag13.xml"/><Relationship Id="rId7" Type="http://schemas.openxmlformats.org/officeDocument/2006/relationships/image" Target="../media/image2.png"/><Relationship Id="rId12" Type="http://schemas.openxmlformats.org/officeDocument/2006/relationships/image" Target="../media/image13.png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1.png"/><Relationship Id="rId11" Type="http://schemas.openxmlformats.org/officeDocument/2006/relationships/image" Target="../media/image12.png"/><Relationship Id="rId5" Type="http://schemas.openxmlformats.org/officeDocument/2006/relationships/notesSlide" Target="../notesSlides/notesSlide3.xml"/><Relationship Id="rId10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7.png"/><Relationship Id="rId3" Type="http://schemas.openxmlformats.org/officeDocument/2006/relationships/tags" Target="../tags/tag16.xml"/><Relationship Id="rId7" Type="http://schemas.openxmlformats.org/officeDocument/2006/relationships/image" Target="../media/image2.png"/><Relationship Id="rId12" Type="http://schemas.openxmlformats.org/officeDocument/2006/relationships/image" Target="../media/image16.png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image" Target="../media/image1.png"/><Relationship Id="rId11" Type="http://schemas.openxmlformats.org/officeDocument/2006/relationships/image" Target="../media/image15.png"/><Relationship Id="rId5" Type="http://schemas.openxmlformats.org/officeDocument/2006/relationships/notesSlide" Target="../notesSlides/notesSlide4.xml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Relationship Id="rId1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22.png"/><Relationship Id="rId3" Type="http://schemas.openxmlformats.org/officeDocument/2006/relationships/tags" Target="../tags/tag19.xml"/><Relationship Id="rId7" Type="http://schemas.openxmlformats.org/officeDocument/2006/relationships/image" Target="../media/image2.png"/><Relationship Id="rId12" Type="http://schemas.openxmlformats.org/officeDocument/2006/relationships/image" Target="../media/image21.png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image" Target="../media/image1.png"/><Relationship Id="rId11" Type="http://schemas.openxmlformats.org/officeDocument/2006/relationships/image" Target="../media/image20.png"/><Relationship Id="rId5" Type="http://schemas.openxmlformats.org/officeDocument/2006/relationships/notesSlide" Target="../notesSlides/notesSlide5.xml"/><Relationship Id="rId15" Type="http://schemas.openxmlformats.org/officeDocument/2006/relationships/image" Target="../media/image24.png"/><Relationship Id="rId10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Relationship Id="rId1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27.png"/><Relationship Id="rId3" Type="http://schemas.openxmlformats.org/officeDocument/2006/relationships/tags" Target="../tags/tag22.xml"/><Relationship Id="rId7" Type="http://schemas.openxmlformats.org/officeDocument/2006/relationships/image" Target="../media/image2.png"/><Relationship Id="rId12" Type="http://schemas.openxmlformats.org/officeDocument/2006/relationships/image" Target="../media/image26.png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image" Target="../media/image1.png"/><Relationship Id="rId11" Type="http://schemas.openxmlformats.org/officeDocument/2006/relationships/image" Target="../media/image25.png"/><Relationship Id="rId5" Type="http://schemas.openxmlformats.org/officeDocument/2006/relationships/notesSlide" Target="../notesSlides/notesSlide6.xml"/><Relationship Id="rId10" Type="http://schemas.openxmlformats.org/officeDocument/2006/relationships/image" Target="../media/image8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Relationship Id="rId1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32.png"/><Relationship Id="rId3" Type="http://schemas.openxmlformats.org/officeDocument/2006/relationships/tags" Target="../tags/tag25.xml"/><Relationship Id="rId7" Type="http://schemas.openxmlformats.org/officeDocument/2006/relationships/image" Target="../media/image2.png"/><Relationship Id="rId12" Type="http://schemas.openxmlformats.org/officeDocument/2006/relationships/image" Target="../media/image31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image" Target="../media/image1.png"/><Relationship Id="rId11" Type="http://schemas.openxmlformats.org/officeDocument/2006/relationships/image" Target="../media/image30.png"/><Relationship Id="rId5" Type="http://schemas.openxmlformats.org/officeDocument/2006/relationships/notesSlide" Target="../notesSlides/notesSlide7.xml"/><Relationship Id="rId10" Type="http://schemas.openxmlformats.org/officeDocument/2006/relationships/image" Target="../media/image29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35.png"/><Relationship Id="rId3" Type="http://schemas.openxmlformats.org/officeDocument/2006/relationships/tags" Target="../tags/tag28.xml"/><Relationship Id="rId7" Type="http://schemas.openxmlformats.org/officeDocument/2006/relationships/image" Target="../media/image1.png"/><Relationship Id="rId12" Type="http://schemas.openxmlformats.org/officeDocument/2006/relationships/image" Target="../media/image34.png"/><Relationship Id="rId2" Type="http://schemas.openxmlformats.org/officeDocument/2006/relationships/tags" Target="../tags/tag27.xml"/><Relationship Id="rId16" Type="http://schemas.openxmlformats.org/officeDocument/2006/relationships/image" Target="../media/image37.png"/><Relationship Id="rId1" Type="http://schemas.openxmlformats.org/officeDocument/2006/relationships/tags" Target="../tags/tag26.xml"/><Relationship Id="rId6" Type="http://schemas.openxmlformats.org/officeDocument/2006/relationships/notesSlide" Target="../notesSlides/notesSlide8.xml"/><Relationship Id="rId11" Type="http://schemas.openxmlformats.org/officeDocument/2006/relationships/image" Target="../media/image33.png"/><Relationship Id="rId5" Type="http://schemas.openxmlformats.org/officeDocument/2006/relationships/slideLayout" Target="../slideLayouts/slideLayout1.xml"/><Relationship Id="rId15" Type="http://schemas.microsoft.com/office/2007/relationships/hdphoto" Target="../media/hdphoto2.wdp"/><Relationship Id="rId10" Type="http://schemas.openxmlformats.org/officeDocument/2006/relationships/image" Target="../media/image3.png"/><Relationship Id="rId4" Type="http://schemas.openxmlformats.org/officeDocument/2006/relationships/tags" Target="../tags/tag29.xml"/><Relationship Id="rId9" Type="http://schemas.microsoft.com/office/2007/relationships/hdphoto" Target="../media/hdphoto1.wdp"/><Relationship Id="rId1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40.png"/><Relationship Id="rId3" Type="http://schemas.openxmlformats.org/officeDocument/2006/relationships/tags" Target="../tags/tag32.xml"/><Relationship Id="rId7" Type="http://schemas.openxmlformats.org/officeDocument/2006/relationships/image" Target="../media/image2.png"/><Relationship Id="rId12" Type="http://schemas.openxmlformats.org/officeDocument/2006/relationships/image" Target="../media/image39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1.png"/><Relationship Id="rId11" Type="http://schemas.openxmlformats.org/officeDocument/2006/relationships/image" Target="../media/image19.png"/><Relationship Id="rId5" Type="http://schemas.openxmlformats.org/officeDocument/2006/relationships/notesSlide" Target="../notesSlides/notesSlide9.xml"/><Relationship Id="rId10" Type="http://schemas.openxmlformats.org/officeDocument/2006/relationships/image" Target="../media/image38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3.png"/><Relationship Id="rId1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46.png"/><Relationship Id="rId3" Type="http://schemas.openxmlformats.org/officeDocument/2006/relationships/tags" Target="../tags/tag35.xml"/><Relationship Id="rId7" Type="http://schemas.openxmlformats.org/officeDocument/2006/relationships/image" Target="../media/image2.png"/><Relationship Id="rId12" Type="http://schemas.openxmlformats.org/officeDocument/2006/relationships/image" Target="../media/image45.png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image" Target="../media/image3.png"/><Relationship Id="rId11" Type="http://schemas.openxmlformats.org/officeDocument/2006/relationships/image" Target="../media/image44.png"/><Relationship Id="rId5" Type="http://schemas.openxmlformats.org/officeDocument/2006/relationships/image" Target="../media/image1.png"/><Relationship Id="rId10" Type="http://schemas.openxmlformats.org/officeDocument/2006/relationships/image" Target="../media/image43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42.png"/></Relationships>
</file>

<file path=ppt/slides/_rels/slide1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tags" Target="../tags/tag38.xml"/><Relationship Id="rId7" Type="http://schemas.openxmlformats.org/officeDocument/2006/relationships/image" Target="../media/image2.png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image" Target="../media/image3.png"/><Relationship Id="rId5" Type="http://schemas.openxmlformats.org/officeDocument/2006/relationships/image" Target="../media/image1.png"/><Relationship Id="rId10" Type="http://schemas.openxmlformats.org/officeDocument/2006/relationships/image" Target="../media/image48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F624571-5B69-8D51-8F23-6C0CF6AD167E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6EB931F-7F12-023B-3DB7-8713BAA658B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FEF68F1-1380-1CD3-D898-287099ADDA8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8BE8634-B3F7-69FB-2513-CC74FB337AA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3537F946-4980-FDD9-FAC9-F93C2AE62E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8511" y="1151375"/>
            <a:ext cx="2979242" cy="167582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D4E0D8E-588B-3B4E-2CE0-E2B721AD78D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7372" t="7955" r="17372" b="7096"/>
          <a:stretch>
            <a:fillRect/>
          </a:stretch>
        </p:blipFill>
        <p:spPr>
          <a:xfrm>
            <a:off x="5680580" y="3249109"/>
            <a:ext cx="3995105" cy="2926425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781A8DCA-EAC7-87F6-D249-6C19E7B499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364" y="1101081"/>
            <a:ext cx="4863403" cy="3770365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D6327836-3509-CDE7-197B-16E32E9C178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62498" y="3840709"/>
            <a:ext cx="1669035" cy="2145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356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1226-4FDF-0EB4-8F68-D15126874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4A2DD215-B61C-E263-780A-C216CC580FE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7A08CF9-5A3C-F53C-555A-BBB30997F7E2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9E107F6-10F5-6EAB-40B2-A46951B5B7BD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C27F133-101B-E400-EE64-5B7787CCC13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10782246-4088-5B03-7261-1116337D6E90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2154251-5361-96FE-BCB6-02C572689A14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Séparation des tâches effectuées :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9F71A0C8-77D7-A66E-B708-D8AC28E81AF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3" t="64295" r="44214" b="32559"/>
          <a:stretch>
            <a:fillRect/>
          </a:stretch>
        </p:blipFill>
        <p:spPr>
          <a:xfrm>
            <a:off x="9548545" y="2289402"/>
            <a:ext cx="1927123" cy="361676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4759ECC9-78C0-94F6-3760-27CA297330A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3" t="67288" r="46846" b="29566"/>
          <a:stretch>
            <a:fillRect/>
          </a:stretch>
        </p:blipFill>
        <p:spPr>
          <a:xfrm>
            <a:off x="585994" y="1931103"/>
            <a:ext cx="2113789" cy="42373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D472EB71-B9F5-699A-1082-DE1B329B924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3" t="70297" r="45261" b="26557"/>
          <a:stretch>
            <a:fillRect/>
          </a:stretch>
        </p:blipFill>
        <p:spPr>
          <a:xfrm>
            <a:off x="585994" y="2322265"/>
            <a:ext cx="2187796" cy="421294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4782BED-92DB-8A32-0312-C7A5E58B69E8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3" t="73442" r="45261" b="23635"/>
          <a:stretch>
            <a:fillRect/>
          </a:stretch>
        </p:blipFill>
        <p:spPr>
          <a:xfrm>
            <a:off x="7276518" y="2903346"/>
            <a:ext cx="1878197" cy="336038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D0DC277D-58EE-F3A4-A5B4-D0129DD8177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3" t="79709" r="45261" b="17710"/>
          <a:stretch>
            <a:fillRect/>
          </a:stretch>
        </p:blipFill>
        <p:spPr>
          <a:xfrm>
            <a:off x="4876249" y="2903346"/>
            <a:ext cx="1878197" cy="296709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75852515-2AA3-7B45-228B-EFC14833F74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2" t="85555" r="41058" b="11299"/>
          <a:stretch>
            <a:fillRect/>
          </a:stretch>
        </p:blipFill>
        <p:spPr>
          <a:xfrm>
            <a:off x="585994" y="2743559"/>
            <a:ext cx="2187796" cy="381436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73D1CF65-F120-1FBC-4BE4-A30B53450157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6670"/>
          <a:stretch>
            <a:fillRect/>
          </a:stretch>
        </p:blipFill>
        <p:spPr>
          <a:xfrm>
            <a:off x="4612221" y="3277847"/>
            <a:ext cx="2406254" cy="335707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C927C0B2-5D09-B9D8-2221-7544C336D05C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3" t="88662" r="42842" b="8192"/>
          <a:stretch>
            <a:fillRect/>
          </a:stretch>
        </p:blipFill>
        <p:spPr>
          <a:xfrm>
            <a:off x="9548544" y="1952789"/>
            <a:ext cx="1927123" cy="350047"/>
          </a:xfrm>
          <a:prstGeom prst="rect">
            <a:avLst/>
          </a:prstGeom>
        </p:spPr>
      </p:pic>
      <p:pic>
        <p:nvPicPr>
          <p:cNvPr id="31" name="Image 30">
            <a:extLst>
              <a:ext uri="{FF2B5EF4-FFF2-40B4-BE49-F238E27FC236}">
                <a16:creationId xmlns:a16="http://schemas.microsoft.com/office/drawing/2014/main" id="{97D90A0C-05D2-DE7F-3861-908DB0CF9894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3" t="91143" r="38630" b="5711"/>
          <a:stretch>
            <a:fillRect/>
          </a:stretch>
        </p:blipFill>
        <p:spPr>
          <a:xfrm>
            <a:off x="585994" y="3124995"/>
            <a:ext cx="2187797" cy="361676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1C5A4847-E77E-292D-4026-A088A29D2C8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4513" t="94189" r="38630" b="2665"/>
          <a:stretch>
            <a:fillRect/>
          </a:stretch>
        </p:blipFill>
        <p:spPr>
          <a:xfrm>
            <a:off x="9539737" y="3407388"/>
            <a:ext cx="2187797" cy="361676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7E4FDECD-A97C-1770-C7D6-B6CC2CA8E785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0124587" y="4402769"/>
            <a:ext cx="758627" cy="75973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914A321-473B-1414-5797-92326A775794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1259117" y="4412601"/>
            <a:ext cx="758627" cy="75973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FE19E26-44EF-9929-0DD4-2332F71D2D02}"/>
              </a:ext>
            </a:extLst>
          </p:cNvPr>
          <p:cNvSpPr/>
          <p:nvPr/>
        </p:nvSpPr>
        <p:spPr>
          <a:xfrm>
            <a:off x="1995948" y="4678874"/>
            <a:ext cx="8209935" cy="218159"/>
          </a:xfrm>
          <a:prstGeom prst="rect">
            <a:avLst/>
          </a:prstGeom>
          <a:noFill/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526B86-6090-814A-C4D9-6EEE9C3F9C2E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655646" y="5136400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000">
                <a:latin typeface="Pixel Operator 8" panose="02000503000000000000" pitchFamily="2" charset="0"/>
              </a:rPr>
              <a:t>Alexis		Les deux		Nicolas </a:t>
            </a:r>
            <a:endParaRPr lang="fr-CA" sz="3000">
              <a:latin typeface="Pixel Operator 8" panose="02000503000000000000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BFA4E3-62D7-2C05-6B52-53D962B26940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>
            <a:off x="9199549" y="2710276"/>
            <a:ext cx="2760804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>
                <a:latin typeface="Pixel Operator 8" panose="02000503000000000000" pitchFamily="2" charset="0"/>
              </a:rPr>
              <a:t>Nouveau</a:t>
            </a:r>
            <a:endParaRPr lang="fr-CA">
              <a:latin typeface="Pixel Operator 8" panose="020005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6484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059A4-DA9A-6158-F6D7-CA05C0240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19CE3EB3-EBB2-AA75-BFF3-9E872276646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1A7F9D4-2AC8-53C5-2794-40E2B353ECFC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9FAEF05-9DEE-7326-4239-B9E5198FE0A6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7B12E81-FFFF-8DF4-3402-28FF2A34D6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36847BAC-FA89-6ECB-3429-40B71540BE8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5893BF0-0020-B479-3D5B-C4D0F944DD1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Tâches effectuées par Alexis :</a:t>
            </a:r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E872862A-254C-C343-40AB-E1D6C7BB5F5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4513" t="67288" r="46846" b="29566"/>
          <a:stretch>
            <a:fillRect/>
          </a:stretch>
        </p:blipFill>
        <p:spPr>
          <a:xfrm>
            <a:off x="526797" y="1558944"/>
            <a:ext cx="2113789" cy="423733"/>
          </a:xfrm>
          <a:prstGeom prst="rect">
            <a:avLst/>
          </a:prstGeom>
        </p:spPr>
      </p:pic>
      <p:pic>
        <p:nvPicPr>
          <p:cNvPr id="37" name="Image 36">
            <a:extLst>
              <a:ext uri="{FF2B5EF4-FFF2-40B4-BE49-F238E27FC236}">
                <a16:creationId xmlns:a16="http://schemas.microsoft.com/office/drawing/2014/main" id="{7948EA2C-416B-4992-42BF-D2FD6187DBF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6797" y="2069202"/>
            <a:ext cx="4813010" cy="2052607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8CCB0343-370A-8FDA-1420-1D4C5D5EFEC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4513" t="70297" r="45261" b="26557"/>
          <a:stretch>
            <a:fillRect/>
          </a:stretch>
        </p:blipFill>
        <p:spPr>
          <a:xfrm>
            <a:off x="5433297" y="1603780"/>
            <a:ext cx="2187796" cy="421294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436B1D9F-29F0-3DD0-AE75-5B668146ED4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33296" y="2049299"/>
            <a:ext cx="6117743" cy="305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715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768567-1BE8-1218-27A5-5ABA2E70A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015BA9C5-7420-A041-8973-91427C32120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rcRect l="4895" t="76969" r="85984"/>
          <a:stretch>
            <a:fillRect/>
          </a:stretch>
        </p:blipFill>
        <p:spPr>
          <a:xfrm>
            <a:off x="29496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34A93035-8803-B68D-58F5-84FAFA71A31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88D0B70-1005-C9F2-9295-F9C4CC346D61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3872119-6214-B975-EE83-DCC99D6C19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490BB10-BEB4-8807-3864-276ED5F6613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89F2802-C9CE-3F87-3A38-4BD467651C39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Tâches effectuées par Alexis :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FC3D382-817D-EE2F-57B0-7F1C5E361CE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4512" t="85555" r="41058" b="11299"/>
          <a:stretch>
            <a:fillRect/>
          </a:stretch>
        </p:blipFill>
        <p:spPr>
          <a:xfrm>
            <a:off x="6125496" y="1780828"/>
            <a:ext cx="2187796" cy="38143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F35E596A-FAAA-4516-DBF6-E081F212FA1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4513" t="91143" r="38630" b="5711"/>
          <a:stretch>
            <a:fillRect/>
          </a:stretch>
        </p:blipFill>
        <p:spPr>
          <a:xfrm>
            <a:off x="566329" y="1658203"/>
            <a:ext cx="2187797" cy="361676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823103C3-AFD8-24FC-37DA-131A593940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645" y="2063788"/>
            <a:ext cx="5433808" cy="285710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BB95C31-8594-3715-02BF-47D2DE9FF77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5495" y="2162264"/>
            <a:ext cx="4248915" cy="356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04136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371E3-B492-13B8-5DA0-3564019F7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CA2835A2-3609-F86B-E39C-1F9706A0736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rcRect l="4895" t="76969" r="85984"/>
          <a:stretch>
            <a:fillRect/>
          </a:stretch>
        </p:blipFill>
        <p:spPr>
          <a:xfrm>
            <a:off x="29496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19E3BF7-DEE2-718A-F0AA-5FEE53A9C976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A6B4559-E932-B5CF-6F45-9A48CD39C848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A446C53-31AC-EEC3-23B2-2B600D3BD47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D276FA92-63CF-0A9C-A865-AC0232F6C555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C07DD98-A753-D754-0BE5-55166104B7F0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Tâches effectuées par Alexis :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8B9B2B33-6E2F-B8B1-43FA-BC008D9F23C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46" y="1599017"/>
            <a:ext cx="4849883" cy="4357717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127E3838-8A24-B7A9-86A0-8F216557292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15369" y="1599017"/>
            <a:ext cx="2747368" cy="3000583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49A3DBA5-C3F4-1998-ACAE-EE917589BD7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20603" y="1599017"/>
            <a:ext cx="2557883" cy="727114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10330782-7434-F0E3-DC56-0588866E74D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0786" y="5341767"/>
            <a:ext cx="6281424" cy="155097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ADF7DCD5-3995-9179-AD54-F4CB5592335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50785" y="4740365"/>
            <a:ext cx="3348315" cy="340846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344B2793-6C47-3BBE-7885-CD88ED4185F8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t="1207" r="36382"/>
          <a:stretch>
            <a:fillRect/>
          </a:stretch>
        </p:blipFill>
        <p:spPr>
          <a:xfrm>
            <a:off x="8791498" y="2342989"/>
            <a:ext cx="2954699" cy="2301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714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F2D9-AFE0-F24B-714C-26D7779E1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880C6969-B538-22C8-0F0F-7AEF026E505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701C7EB-F895-21B0-9737-A48944535BD9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04CC1791-3DEC-51C5-F609-C66FA744BA0D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B3EB6A0-2ADF-3BF6-B0B0-977D49901E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6F60E5A4-D264-7B3D-29A8-043C9D5E74D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5869442-ECCC-7A0A-AE25-CF988EBE9286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Tâches effectuées par Nicolas :</a:t>
            </a: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005CA898-B699-1E6F-F0CF-51AAAEB39DC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4513" t="64295" r="44214" b="32559"/>
          <a:stretch>
            <a:fillRect/>
          </a:stretch>
        </p:blipFill>
        <p:spPr>
          <a:xfrm>
            <a:off x="7761737" y="1579193"/>
            <a:ext cx="1927123" cy="361676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048645C-022C-4DC7-87A1-D9CB07C9788E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4513" t="73442" r="45261" b="23635"/>
          <a:stretch>
            <a:fillRect/>
          </a:stretch>
        </p:blipFill>
        <p:spPr>
          <a:xfrm>
            <a:off x="655645" y="1631751"/>
            <a:ext cx="1878197" cy="336038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BCE595AA-1F4A-5139-48A3-A5AA729F9306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4513" t="88662" r="42842" b="8192"/>
          <a:stretch>
            <a:fillRect/>
          </a:stretch>
        </p:blipFill>
        <p:spPr>
          <a:xfrm>
            <a:off x="4378830" y="1579193"/>
            <a:ext cx="1927123" cy="35004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58D1FF2A-DE4C-1FDF-FAD5-C247A427994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645" y="2296905"/>
            <a:ext cx="2671755" cy="365139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C20582B-7C97-A9C7-B736-59F3F404F20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08213" y="2296905"/>
            <a:ext cx="3210373" cy="1105054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C49B8D80-0C36-E7E5-046E-5314396E648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38521" y="2223933"/>
            <a:ext cx="4300677" cy="942791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0D630B91-691F-94A7-DE6D-038B3AB5F18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63465" y="3488851"/>
            <a:ext cx="4375733" cy="272828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42F91A68-4CFA-5DAD-0D59-EE36080291A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44467" y="3982763"/>
            <a:ext cx="5868219" cy="1152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303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89989-0C86-E10F-E1E8-B8A2F1BD7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212A6C1-1BC0-0DF1-5573-D4D5FE6A2762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rcRect l="4895" t="76969" r="85984"/>
          <a:stretch>
            <a:fillRect/>
          </a:stretch>
        </p:blipFill>
        <p:spPr>
          <a:xfrm>
            <a:off x="29496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B77FC93-4C87-E74B-7808-EF1AC42CB3E4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4E7D1BFE-EC9A-DCAD-D3FA-2245E4A6EFB8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C4D140DB-6EF9-0346-9217-F69765AB8E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9A512E3C-0BDA-9EDF-3372-635E0194D94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1D300AC-AF83-8EDC-AC56-6AB7E26E697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Tâches effectuées par Nicolas :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1660596-80B4-F94E-2833-B291B2E610E7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4513" t="94189" r="38630" b="2665"/>
          <a:stretch>
            <a:fillRect/>
          </a:stretch>
        </p:blipFill>
        <p:spPr>
          <a:xfrm>
            <a:off x="5002100" y="1646176"/>
            <a:ext cx="2187797" cy="361676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41B1B3F6-8AF9-70DC-A862-958A60532E3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627" y="2007852"/>
            <a:ext cx="3105583" cy="447737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870448A9-B8BE-B922-65B3-C39D3990698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627" y="2743188"/>
            <a:ext cx="5715798" cy="1086002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5DE32401-5515-CBDE-D3FB-C696FD69946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8627" y="3943807"/>
            <a:ext cx="6020640" cy="1952898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A878B985-E3D5-B27D-8888-BC863A27327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90735" y="2099692"/>
            <a:ext cx="5191850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134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7454D-F167-E2BA-CA2E-027D790DD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BA6A440A-C5C0-8E14-A330-D0A2CB0A153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3A7E278-F0AD-3E39-F796-7D073FDC7C4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999B024-D0D2-A4F2-6D09-4481091EB8E3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7C9E3EC-8209-220D-FDDF-45D976DAC2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7E10802B-705F-CE24-BAB4-D2F926464021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91BB339-FE59-65E1-3CDD-65EE41DF89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258" y="1929609"/>
            <a:ext cx="10894476" cy="94279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D8439A80-E161-A40D-9532-CD08DEBE50B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8258" y="2934653"/>
            <a:ext cx="1323577" cy="334825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2186077F-5A81-6DED-686F-8034DA11138D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b="57456"/>
          <a:stretch>
            <a:fillRect/>
          </a:stretch>
        </p:blipFill>
        <p:spPr>
          <a:xfrm>
            <a:off x="1990367" y="2934653"/>
            <a:ext cx="6122235" cy="3348258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DDB2B43A-1EA6-48E8-970D-FB16B07176D9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t="41579"/>
          <a:stretch>
            <a:fillRect/>
          </a:stretch>
        </p:blipFill>
        <p:spPr>
          <a:xfrm>
            <a:off x="6983111" y="2901986"/>
            <a:ext cx="4511222" cy="338793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3C02196-0205-6902-BFCC-35111B66B465}"/>
              </a:ext>
            </a:extLst>
          </p:cNvPr>
          <p:cNvSpPr/>
          <p:nvPr/>
        </p:nvSpPr>
        <p:spPr>
          <a:xfrm>
            <a:off x="2795985" y="3874238"/>
            <a:ext cx="1003855" cy="206248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B9FF5F-DCF1-3D3C-7F35-297C2F3B893A}"/>
              </a:ext>
            </a:extLst>
          </p:cNvPr>
          <p:cNvSpPr/>
          <p:nvPr/>
        </p:nvSpPr>
        <p:spPr>
          <a:xfrm>
            <a:off x="7701581" y="3370302"/>
            <a:ext cx="1723130" cy="16374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C97F3-8C81-66B6-98BA-EC8432C2A072}"/>
              </a:ext>
            </a:extLst>
          </p:cNvPr>
          <p:cNvSpPr/>
          <p:nvPr/>
        </p:nvSpPr>
        <p:spPr>
          <a:xfrm>
            <a:off x="7730523" y="3735607"/>
            <a:ext cx="1723130" cy="16374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A2DA1396-49E8-DBDF-BCBA-2E7CFEB768D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913769" y="4398887"/>
            <a:ext cx="3607446" cy="853833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E4E5F57E-85B0-F89B-72C9-E4D9F762A897}"/>
              </a:ext>
            </a:extLst>
          </p:cNvPr>
          <p:cNvCxnSpPr/>
          <p:nvPr/>
        </p:nvCxnSpPr>
        <p:spPr>
          <a:xfrm>
            <a:off x="3799840" y="4003040"/>
            <a:ext cx="904240" cy="395847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DAA0A0F7-0B8F-F1D3-185D-C9C2E8090B28}"/>
              </a:ext>
            </a:extLst>
          </p:cNvPr>
          <p:cNvCxnSpPr>
            <a:stCxn id="16" idx="1"/>
          </p:cNvCxnSpPr>
          <p:nvPr/>
        </p:nvCxnSpPr>
        <p:spPr>
          <a:xfrm flipH="1">
            <a:off x="6451600" y="3817479"/>
            <a:ext cx="1278923" cy="581408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8E53E4B-46ED-7B7B-CACF-44DD1D64BE25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Difficultés rencontrées par Alexis :</a:t>
            </a:r>
          </a:p>
        </p:txBody>
      </p:sp>
    </p:spTree>
    <p:extLst>
      <p:ext uri="{BB962C8B-B14F-4D97-AF65-F5344CB8AC3E}">
        <p14:creationId xmlns:p14="http://schemas.microsoft.com/office/powerpoint/2010/main" val="2575498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22B24-9DA2-326D-FC7C-737548310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530919BA-D069-32FD-A4C4-8449C29B503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561A6EF9-710A-1CF5-AFD4-2CF7F4F588D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19FBE27-6AAC-3ACD-67F5-B4C0FB5D6256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ACFE0E4-327D-BD27-2430-47794A9F65F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F14475DE-BE3E-6818-6144-AB3FFE38BBDC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F1A0-94B6-8206-6859-AB1AA117C7C8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Difficultés rencontrées par Alexis :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EE390A4-E609-6B86-7011-9B52677AB24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r="47070" b="971"/>
          <a:stretch>
            <a:fillRect/>
          </a:stretch>
        </p:blipFill>
        <p:spPr>
          <a:xfrm>
            <a:off x="533818" y="1646176"/>
            <a:ext cx="9125465" cy="75973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AD996A08-F7E3-5C86-00CF-6C0F6BF35EDE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88428" r="32" b="971"/>
          <a:stretch>
            <a:fillRect/>
          </a:stretch>
        </p:blipFill>
        <p:spPr>
          <a:xfrm>
            <a:off x="9546779" y="1646176"/>
            <a:ext cx="1989573" cy="75973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BE084562-AC06-279A-7F7B-585379DF120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77790"/>
          <a:stretch>
            <a:fillRect/>
          </a:stretch>
        </p:blipFill>
        <p:spPr>
          <a:xfrm>
            <a:off x="533818" y="2517517"/>
            <a:ext cx="3389253" cy="649891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20C93B8A-903D-2407-3AAA-F444C8793C6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89371" r="28"/>
          <a:stretch>
            <a:fillRect/>
          </a:stretch>
        </p:blipFill>
        <p:spPr>
          <a:xfrm>
            <a:off x="3923071" y="2517517"/>
            <a:ext cx="1617785" cy="649891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91F1D97D-125B-681F-6876-38D26A92953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05069" y="3690351"/>
            <a:ext cx="1774090" cy="1884971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663C248C-2687-284F-1111-5F72DD76B26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artisticPencilGrayscale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735630" y="3638515"/>
            <a:ext cx="1774090" cy="1884971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4D579D4D-211E-46D0-CD06-C44CE66461C7}"/>
              </a:ext>
            </a:extLst>
          </p:cNvPr>
          <p:cNvCxnSpPr>
            <a:cxnSpLocks/>
          </p:cNvCxnSpPr>
          <p:nvPr/>
        </p:nvCxnSpPr>
        <p:spPr>
          <a:xfrm>
            <a:off x="4369102" y="4452091"/>
            <a:ext cx="2366528" cy="0"/>
          </a:xfrm>
          <a:prstGeom prst="straightConnector1">
            <a:avLst/>
          </a:prstGeom>
          <a:ln w="7620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391BDA3A-2015-07F5-DFF3-D62BAD5011B0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4914890" y="2395562"/>
            <a:ext cx="7716264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000">
                <a:latin typeface="Pixel Operator 8" panose="02000503000000000000" pitchFamily="2" charset="0"/>
              </a:rPr>
              <a:t>+1 = +1000000000000</a:t>
            </a:r>
            <a:endParaRPr lang="fr-CA" sz="3000">
              <a:latin typeface="Pixel Operator 8" panose="02000503000000000000" pitchFamily="2" charset="0"/>
            </a:endParaRPr>
          </a:p>
        </p:txBody>
      </p:sp>
      <p:pic>
        <p:nvPicPr>
          <p:cNvPr id="28" name="Image 27">
            <a:extLst>
              <a:ext uri="{FF2B5EF4-FFF2-40B4-BE49-F238E27FC236}">
                <a16:creationId xmlns:a16="http://schemas.microsoft.com/office/drawing/2014/main" id="{48E425B4-D33D-06C1-93DB-0975C53427D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638774" y="5645552"/>
            <a:ext cx="4116774" cy="66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06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5F07F-FCB6-4DF6-6C38-0DF6F744C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A88E2000-FCC5-9C7E-9336-C68C34E4CAE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E184E5D-55D4-E061-2AB9-CA5A3AB8295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8AE81A5D-FF80-6FDF-7410-23997F36BD74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0DECEA10-B65A-4773-B5B7-114BBD2C1A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6A2B7228-EE68-9774-1222-FBF455600B6C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85BEB37-42C3-054F-CA2C-64D73259005F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655646" y="703384"/>
            <a:ext cx="10880706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Difficultés rencontrées par Alexis :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EA923406-5194-976B-AB3A-26ED97E9CA4D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r="74656"/>
          <a:stretch>
            <a:fillRect/>
          </a:stretch>
        </p:blipFill>
        <p:spPr>
          <a:xfrm>
            <a:off x="655646" y="1533447"/>
            <a:ext cx="3169102" cy="51585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107EBA50-2F18-8985-80D1-0D035216F533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89076" t="-601" r="-163" b="601"/>
          <a:stretch>
            <a:fillRect/>
          </a:stretch>
        </p:blipFill>
        <p:spPr>
          <a:xfrm>
            <a:off x="3824748" y="1528360"/>
            <a:ext cx="1386348" cy="515852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F7B079DA-BC97-C9E9-3929-6A416FF61D8A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9752" t="3394" r="36382"/>
          <a:stretch>
            <a:fillRect/>
          </a:stretch>
        </p:blipFill>
        <p:spPr>
          <a:xfrm>
            <a:off x="9744842" y="1528360"/>
            <a:ext cx="2037316" cy="2251012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C013560-BA6B-FC5B-D98C-81A9851A51AE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3155"/>
          <a:stretch>
            <a:fillRect/>
          </a:stretch>
        </p:blipFill>
        <p:spPr>
          <a:xfrm>
            <a:off x="655645" y="2125867"/>
            <a:ext cx="8721569" cy="1728378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981C36D8-C375-EA7A-C8CB-9EB5949065B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4748" y="4257368"/>
            <a:ext cx="6812589" cy="1728378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E191DD28-7061-8D63-756B-AAFC28CCB02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645" y="4257366"/>
            <a:ext cx="2958576" cy="172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722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196FC-0B46-0EDB-5AEC-AA3D5581E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A5FBD2F9-C621-09DC-EFDD-0496965C5F2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rcRect l="4895" t="76969" r="85984"/>
          <a:stretch>
            <a:fillRect/>
          </a:stretch>
        </p:blipFill>
        <p:spPr>
          <a:xfrm>
            <a:off x="0" y="71283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BC01DBA-B6CC-8FF8-457B-86E0EB52E85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617497B-C0AA-5E50-35E0-B4FFA39CDB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D02D078E-DA87-D5DC-C22F-5DC46374FF16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770D01E-791E-5D48-EBA3-103791B7F16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50725" y="700864"/>
            <a:ext cx="11290548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Difficultés rencontrées par Nicolas :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56585F7A-6B36-23D8-D95B-0309E7A1F49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9448" y="2639938"/>
            <a:ext cx="6682140" cy="1578123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9B0BBCF3-31AE-3903-E5AA-46A11F359C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57273" y="2972312"/>
            <a:ext cx="562053" cy="590632"/>
          </a:xfrm>
          <a:prstGeom prst="rect">
            <a:avLst/>
          </a:prstGeom>
        </p:spPr>
      </p:pic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EF4A4860-9413-5CD3-F71F-4A8CEFAC3D0D}"/>
              </a:ext>
            </a:extLst>
          </p:cNvPr>
          <p:cNvCxnSpPr>
            <a:cxnSpLocks/>
          </p:cNvCxnSpPr>
          <p:nvPr/>
        </p:nvCxnSpPr>
        <p:spPr>
          <a:xfrm>
            <a:off x="1919326" y="3267628"/>
            <a:ext cx="2870122" cy="0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5" name="Image 14">
            <a:extLst>
              <a:ext uri="{FF2B5EF4-FFF2-40B4-BE49-F238E27FC236}">
                <a16:creationId xmlns:a16="http://schemas.microsoft.com/office/drawing/2014/main" id="{EFC8E63B-6B50-F5C5-204C-4AF7F8648A7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8627" y="4997034"/>
            <a:ext cx="4393653" cy="590623"/>
          </a:xfrm>
          <a:prstGeom prst="rect">
            <a:avLst/>
          </a:prstGeom>
        </p:spPr>
      </p:pic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9C0834DD-5521-3CF5-E26B-BC1F435617F8}"/>
              </a:ext>
            </a:extLst>
          </p:cNvPr>
          <p:cNvCxnSpPr>
            <a:cxnSpLocks/>
          </p:cNvCxnSpPr>
          <p:nvPr/>
        </p:nvCxnSpPr>
        <p:spPr>
          <a:xfrm flipH="1">
            <a:off x="2955453" y="4218061"/>
            <a:ext cx="1833995" cy="778973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C2010731-E551-B7F1-4EFE-411A19C203D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39722" y="5130397"/>
            <a:ext cx="362001" cy="323895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BA7511DF-71EC-8092-4770-9F4DBF2D5B12}"/>
              </a:ext>
            </a:extLst>
          </p:cNvPr>
          <p:cNvCxnSpPr>
            <a:cxnSpLocks/>
          </p:cNvCxnSpPr>
          <p:nvPr/>
        </p:nvCxnSpPr>
        <p:spPr>
          <a:xfrm flipV="1">
            <a:off x="5152280" y="5288362"/>
            <a:ext cx="1887442" cy="1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8" name="Image 27">
            <a:extLst>
              <a:ext uri="{FF2B5EF4-FFF2-40B4-BE49-F238E27FC236}">
                <a16:creationId xmlns:a16="http://schemas.microsoft.com/office/drawing/2014/main" id="{59742456-1B9A-1F8F-0963-F23963C5228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18741" y="4808684"/>
            <a:ext cx="4254384" cy="778973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033018A1-C20C-0743-7C24-ED35BEFDEA38}"/>
              </a:ext>
            </a:extLst>
          </p:cNvPr>
          <p:cNvSpPr/>
          <p:nvPr/>
        </p:nvSpPr>
        <p:spPr>
          <a:xfrm>
            <a:off x="7056740" y="5126424"/>
            <a:ext cx="315044" cy="3238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22FCBAC7-5B5A-4774-3374-FA7380D83595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 rot="10800000">
            <a:off x="11433373" y="6098266"/>
            <a:ext cx="758627" cy="759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551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C8F8FD-23F4-62FF-7F90-5A3DCD1BD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233718AC-89CE-38D1-D3C3-D5CDDEE84EE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/>
          <a:srcRect l="4895" t="76969" r="8598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16E07D6-C0AB-82A6-8DA7-444D205790B8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245806" y="403123"/>
            <a:ext cx="11759381" cy="619432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C2524F2-7607-984F-FB63-9D45C610AE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6083" y="120059"/>
            <a:ext cx="8639833" cy="860963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68217BF8-169F-FF42-343A-9C2143492F87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1287" t="17358" r="73201" b="14299"/>
          <a:stretch>
            <a:fillRect/>
          </a:stretch>
        </p:blipFill>
        <p:spPr>
          <a:xfrm>
            <a:off x="0" y="6098266"/>
            <a:ext cx="758627" cy="75973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EEB8C01-6D09-38E6-098F-E39FF4B263DA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450725" y="700864"/>
            <a:ext cx="11290548" cy="9427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3000">
                <a:latin typeface="Pixel Operator 8" panose="02000503000000000000" pitchFamily="2" charset="0"/>
              </a:rPr>
              <a:t>Difficultés rencontrées par Nicolas :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47CD8725-8CB0-6CD1-830E-3674D3C2ECF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6295" y="1757466"/>
            <a:ext cx="8773749" cy="113363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DE109F82-EE98-FA37-04F4-2355B7859C3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6295" y="2891099"/>
            <a:ext cx="8773749" cy="341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8887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1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UM" val="2"/>
</p:tagLst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9050" cap="flat" cmpd="sng" algn="ctr">
          <a:solidFill>
            <a:schemeClr val="accent1"/>
          </a:solidFill>
          <a:prstDash val="solid"/>
          <a:round/>
          <a:headEnd type="none" w="med" len="med"/>
          <a:tailEnd type="arrow" w="med" len="med"/>
        </a:ln>
      </a:spPr>
      <a:bodyPr/>
      <a:lstStyle/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</Words>
  <Application>Microsoft Office PowerPoint</Application>
  <PresentationFormat>Grand écran</PresentationFormat>
  <Paragraphs>23</Paragraphs>
  <Slides>12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Pixel Operator 8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Provencher, Alexis</dc:creator>
  <cp:lastModifiedBy>Provencher, Alexis</cp:lastModifiedBy>
  <cp:revision>3</cp:revision>
  <dcterms:created xsi:type="dcterms:W3CDTF">2026-05-05T12:39:54Z</dcterms:created>
  <dcterms:modified xsi:type="dcterms:W3CDTF">2026-05-08T15:30:51Z</dcterms:modified>
</cp:coreProperties>
</file>