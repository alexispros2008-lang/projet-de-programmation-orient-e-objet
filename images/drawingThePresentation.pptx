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3D46E-3735-5A56-50D6-EE370DA34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0FE246-BFD4-FAE9-D9E7-0BC27E5E9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89823-EDB5-E7CA-34C3-A7E8A070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C0C6-A99E-BDE4-2299-38407E080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AC241-BD8E-D162-2468-1DDEC40D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16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086DF-472E-4506-A1AB-7EF33C80A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446FA3-2D79-00B1-DF87-C00922BC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CD8A84-11ED-8E3B-BBC0-12BFD480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E8D7A3-2019-47B2-87B3-F6DA5675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349942-827F-B32A-AED8-0707523BF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44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D1A1A-595E-4F6C-1498-AA9743785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0C76B0-05E7-DE23-7F4A-BBFFC09D1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6A7544-FB9D-39F0-02F8-3D0EE037E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DC7EAC-47A2-E962-C254-A6B1A0FD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90CA3-EE1B-ED4B-2E1B-25DD8296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7634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3E2FA-D077-5EB1-8199-7E3725BD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25CE92-3ACF-AC74-4644-23AE48904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D9F5A-A084-BC71-0EA6-8B8219781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0722B8-BBFD-175D-190D-156AA59E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5918E4-C3B8-01A7-7A9F-0A84C53E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1B42BE-B1D4-79E6-B8B8-B0D5B08F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13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68C57-A8CF-CA28-771B-538F9D5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43F51-8B3C-1DA5-29CA-84D18B788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CB4A3B-86F1-E24C-AAC6-966B18585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25BE562-1033-F87D-CD51-E951F672A4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DFC6A-5DDB-8053-A3A9-EECAA20F7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E4C4992-2BC2-9FC7-369B-2078CE99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085EB3-673E-981A-DE0F-8B17C47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21C3DB-AC37-D71E-22AD-8175BE85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07595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BFB5B-FF8F-0993-BD1F-2A99423B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040F85B-32FE-C081-A59C-8ADBDED17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CB8E1-7378-3969-73ED-0970836F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34BCB9-9C95-11D8-2A40-98614BE14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453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65D50D-1D19-45C0-F94F-0BFB4592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2EED61-16B7-AA83-B4D3-AEE7B91C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30DA-BB66-DD7C-8B0B-A5D440B4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0232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ABF9B-3282-C55F-87CA-FDB9D15C3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03B5E9-9050-3F3E-D8E1-A83B7CC83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F58218-7763-B4B0-1018-1A23715E9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9C3119-29B8-CB75-59DA-0F7D0F2E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4A79E6-1447-C619-92AD-5AB41D876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4133C2-BEB1-BF69-DB8B-24CE22B0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619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87147-FB22-B281-02BC-3CC5AF97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E73C790-875A-D638-D468-A9466B71E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816AEE-5D55-6A16-244F-2383115A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AD3289-B7D2-F3F6-450D-436D2FC71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F9B730-2F8E-F1D8-6C17-5CB7AB90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651308-DC10-F1B0-6A8F-43BF9D9C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519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F2461-BD45-68D8-BD94-995D45EA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DD10B2-070C-EEE9-4232-4EB5B4DE3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A2DE-EFA5-4F77-5300-2D794B47E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19635B-05C7-39EC-D392-6A11B285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084C63-BCF5-E828-57E7-35B05413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6393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9221B3-5491-D1C5-598E-60E90A1C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D2C839-A819-4991-07AD-87C0A80A9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070E2F-D61B-9812-7D59-9965FBBA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3B981D-B261-F077-4246-3EB5371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33834-A147-9E8D-8373-B01E609AC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019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6E8BF4-6FD9-5CD4-17C6-79B480FB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6E5FB-3D45-F2BA-6488-66B1EBE35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15EEC-81FD-4173-12EE-8101A977D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0224B-D26D-4BBF-93A6-090E4F9F4A69}" type="datetimeFigureOut">
              <a:rPr lang="fr-CA" smtClean="0"/>
              <a:t>2026-05-07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7E7CD5-46DF-00BF-707C-2757ADB0BD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7D7DF0-19E0-3D22-8948-BAF69068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24402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microsoft.com/office/2007/relationships/hdphoto" Target="../media/hdphoto1.wdp"/><Relationship Id="rId11" Type="http://schemas.openxmlformats.org/officeDocument/2006/relationships/image" Target="../media/image7.png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5.xml"/><Relationship Id="rId7" Type="http://schemas.microsoft.com/office/2007/relationships/hdphoto" Target="../media/hdphoto1.wdp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tags" Target="../tags/tag8.xml"/><Relationship Id="rId7" Type="http://schemas.openxmlformats.org/officeDocument/2006/relationships/image" Target="../media/image2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F624571-5B69-8D51-8F23-6C0CF6AD167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6EB931F-7F12-023B-3DB7-8713BAA658B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FEF68F1-1380-1CD3-D898-287099ADDA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8BE8634-B3F7-69FB-2513-CC74FB337A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3537F946-4980-FDD9-FAC9-F93C2AE62E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8511" y="1151375"/>
            <a:ext cx="2979242" cy="167582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D4E0D8E-588B-3B4E-2CE0-E2B721AD78D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7372" t="7955" r="17372" b="7096"/>
          <a:stretch>
            <a:fillRect/>
          </a:stretch>
        </p:blipFill>
        <p:spPr>
          <a:xfrm>
            <a:off x="5680580" y="3249109"/>
            <a:ext cx="3995105" cy="292642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81A8DCA-EAC7-87F6-D249-6C19E7B499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364" y="1101081"/>
            <a:ext cx="4863403" cy="3770365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D6327836-3509-CDE7-197B-16E32E9C178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62498" y="3840709"/>
            <a:ext cx="1669035" cy="214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56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726A-A57B-BE70-265A-763E44F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2FA0E937-D6BC-5EFD-F0C7-E51B4A3A65E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1FB429-0F10-44B5-FABA-1C4ED9F9793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7EDE7A2-7374-50AA-CD0F-59F6102B960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30F35BC-DAB6-EE74-D215-EE433191D3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48EB47C-3A23-DC00-B21C-7DA93E8B7B1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Difficulté rencontrée par Alexis :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F7F48A0-C81D-E3CC-A83D-C95F621638ED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218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96FC-0B46-0EDB-5AEC-AA3D5581E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5FBD2F9-C621-09DC-EFDD-0496965C5F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BC01DBA-B6CC-8FF8-457B-86E0EB52E85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617497B-C0AA-5E50-35E0-B4FFA39CDB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1B47DFC-502C-3F38-1E28-B1162E2A946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Difficulté rencontrée par Nicolas :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02D078E-DA87-D5DC-C22F-5DC46374FF1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5516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10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Pixel Operator 8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Provencher, Alexis</dc:creator>
  <cp:lastModifiedBy>Provencher, Alexis</cp:lastModifiedBy>
  <cp:revision>14</cp:revision>
  <dcterms:created xsi:type="dcterms:W3CDTF">2026-05-05T12:39:54Z</dcterms:created>
  <dcterms:modified xsi:type="dcterms:W3CDTF">2026-05-07T12:11:14Z</dcterms:modified>
</cp:coreProperties>
</file>